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1" r:id="rId6"/>
    <p:sldId id="262" r:id="rId7"/>
    <p:sldId id="264" r:id="rId8"/>
    <p:sldId id="265" r:id="rId9"/>
    <p:sldId id="266" r:id="rId10"/>
    <p:sldId id="267" r:id="rId11"/>
    <p:sldId id="276"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 id="349" r:id="rId8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2" d="100"/>
          <a:sy n="52" d="100"/>
        </p:scale>
        <p:origin x="658"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7918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Denis's upstream app versus the final merged app</a:t>
            </a:r>
          </a:p>
          <a:p>
            <a:endParaRPr/>
          </a:p>
          <a:p>
            <a:r>
              <a:t>Reviewed 8 October 2026. Baseline: upstream `origin/main`, commit `9d880a1`</a:t>
            </a:r>
          </a:p>
          <a:p>
            <a:r>
              <a:t>(28 September 2026), from NaReT-Nachbarsprache-wird-reanimiert/naret-xr-app.</a:t>
            </a:r>
          </a:p>
          <a:p>
            <a:r>
              <a:t>Compared against the current working tree and the code used for installed</a:t>
            </a:r>
          </a:p>
          <a:p>
            <a:r>
              <a:t>version 42, `0.3.40-original-stabilizer`. This includes uncommitted and untracked</a:t>
            </a:r>
          </a:p>
          <a:p>
            <a:r>
              <a:t>files; it is not a comparison of two published releases. No changes were pushed.</a:t>
            </a:r>
          </a:p>
          <a:p>
            <a:endParaRPr/>
          </a:p>
          <a:p>
            <a:r>
              <a:t>## Executive assessment</a:t>
            </a:r>
          </a:p>
          <a:p>
            <a:endParaRPr/>
          </a:p>
          <a:p>
            <a:r>
              <a:t>Denis supplied the application architecture, patient/witness presentation,</a:t>
            </a:r>
          </a:p>
          <a:p>
            <a:r>
              <a:t>scenario engine, audio/cloud framework, interface, and feedback infrastructure.</a:t>
            </a:r>
          </a:p>
          <a:p>
            <a:r>
              <a:t>His dependency setup already imported the user's compression/hand-zone code</a:t>
            </a:r>
          </a:p>
          <a:p>
            <a:r>
              <a:t>and `simple_pose_stabilizer.gd`. Those were not invented during this merge.</a:t>
            </a:r>
          </a:p>
          <a:p>
            <a:r>
              <a:t>He also already integrated an external ArUco addon.</a:t>
            </a:r>
          </a:p>
          <a:p>
            <a:endParaRPr/>
          </a:p>
          <a:p>
            <a:r>
              <a:t>The merge changes the headset placement pipeline, connects the original CPR</a:t>
            </a:r>
          </a:p>
          <a:p>
            <a:r>
              <a:t>display, narrows the exercise to one witness without AED, adds English, and</a:t>
            </a:r>
          </a:p>
          <a:p>
            <a:r>
              <a:t>routes reported exercise actions through a new CCBM bridge. Paul's imported</a:t>
            </a:r>
          </a:p>
          <a:p>
            <a:r>
              <a:t>addon supplies the newer detector. The latest fix activates the user's tuned</a:t>
            </a:r>
          </a:p>
          <a:p>
            <a:r>
              <a:t>stabilizer settings and rest-pose policy, which had been missing in the adapter.</a:t>
            </a:r>
          </a:p>
          <a:p>
            <a:endParaRPr/>
          </a:p>
          <a:p>
            <a:r>
              <a:t>Source inspection establishes implementation, not correct behavior on hardware.</a:t>
            </a:r>
          </a:p>
          <a:p>
            <a:r>
              <a:t>All 24 application test suites passed in the latest run, with the Windows-native</a:t>
            </a:r>
          </a:p>
          <a:p>
            <a:r>
              <a:t>detector excluded. The imported Windows DLL is blocked by Application Control.</a:t>
            </a:r>
          </a:p>
          <a:p>
            <a:r>
              <a:t>Android detection was observed previously with all three colored markers.</a:t>
            </a:r>
          </a:p>
          <a:p>
            <a:r>
              <a:t>The latest restored stabilizer still needs the user's stationary/head-motion</a:t>
            </a:r>
          </a:p>
          <a:p>
            <a:r>
              <a:t>check; this review does not claim the entire exercise is finished.</a:t>
            </a:r>
          </a:p>
          <a:p>
            <a:endParaRPr/>
          </a:p>
          <a:p>
            <a:r>
              <a:t>## 1. Composition and ownership — scripts/main.gd</a:t>
            </a:r>
          </a:p>
          <a:p>
            <a:endParaRPr/>
          </a:p>
          <a:p>
            <a:r>
              <a:t>**Before:** constructed Denis's scenario, QCPR manager, EKG, AED, two-witness</a:t>
            </a:r>
          </a:p>
          <a:p>
            <a:r>
              <a:t>director, cloud/audio modules, tracker, interaction, room layout and UI.</a:t>
            </a:r>
          </a:p>
          <a:p>
            <a:endParaRPr/>
          </a:p>
          <a:p>
            <a:r>
              <a:t>**Now:** sets `cpr_witness_only` and `observation_driven`; constructs the CCBM</a:t>
            </a:r>
          </a:p>
          <a:p>
            <a:r>
              <a:t>bridge and observation interpreter; instantiates a single-witness director with</a:t>
            </a:r>
          </a:p>
          <a:p>
            <a:r>
              <a:t>Anna and null second rescuer/AED references. EKG and patient systems remain.</a:t>
            </a:r>
          </a:p>
          <a:p>
            <a:r>
              <a:t>The current startup does not instantiate QCPR manager or the AED object.</a:t>
            </a:r>
          </a:p>
          <a:p>
            <a:endParaRPr/>
          </a:p>
          <a:p>
            <a:r>
              <a:t>The tracker receives the marker-layout profile. On the headset, the spatial</a:t>
            </a:r>
          </a:p>
          <a:p>
            <a:r>
              <a:t>anchor receives the viewer head and the tracker-level temporal filter is</a:t>
            </a:r>
          </a:p>
          <a:p>
            <a:r>
              <a:t>disabled so the anchor owns stabilization. This avoids two filter stages.</a:t>
            </a:r>
          </a:p>
          <a:p>
            <a:endParaRPr/>
          </a:p>
          <a:p>
            <a:r>
              <a:t>Audio recording and playback mute the CPR metronome. English confirmations,</a:t>
            </a:r>
          </a:p>
          <a:p>
            <a:r>
              <a:t>recognized-text display, service status messages, controller nudging, save</a:t>
            </a:r>
          </a:p>
          <a:p>
            <a:r>
              <a:t>actions, witness positioning and accessible training controls are connected here.</a:t>
            </a:r>
          </a:p>
          <a:p>
            <a:r>
              <a:t>Virtual room/floor and colored hand meshes are not installed in the XR flow.</a:t>
            </a:r>
          </a:p>
          <a:p>
            <a:endParaRPr/>
          </a:p>
          <a:p>
            <a:r>
              <a:t>**Review:** this remains the largest integration file. AED/QCPR declarations and</a:t>
            </a:r>
          </a:p>
          <a:p>
            <a:r>
              <a:t>legacy branches remain even though those systems are not instantiated. They are</a:t>
            </a:r>
          </a:p>
          <a:p>
            <a:r>
              <a:t>inactive leftovers, not evidence that real QCPR measurements are connected.</a:t>
            </a:r>
          </a:p>
          <a:p>
            <a:r>
              <a:t>Start requires placement and saved calibration. Exact headset use should be</a:t>
            </a:r>
          </a:p>
          <a:p>
            <a:r>
              <a:t>tested in one complete run rather than inferred from individual functions.</a:t>
            </a:r>
          </a:p>
          <a:p>
            <a:endParaRPr/>
          </a:p>
          <a:p>
            <a:r>
              <a:t>## 2. Scenario — scripts/scenario/scenario_controller.gd</a:t>
            </a:r>
          </a:p>
          <a:p>
            <a:endParaRPr/>
          </a:p>
          <a:p>
            <a:r>
              <a:t>**Before:** deterministic assessment/call/CPR/AED/recovery states, counts and</a:t>
            </a:r>
          </a:p>
          <a:p>
            <a:r>
              <a:t>allowed-action guards. Buttons could submit training actions.</a:t>
            </a:r>
          </a:p>
          <a:p>
            <a:endParaRPr/>
          </a:p>
          <a:p>
            <a:r>
              <a:t>**Now:** adds two policy switches. Witness-only mode rejects AED actions and</a:t>
            </a:r>
          </a:p>
          <a:p>
            <a:r>
              <a:t>bystander-generated treatment events. Observation-driven mode hides routine</a:t>
            </a:r>
          </a:p>
          <a:p>
            <a:r>
              <a:t>clinical progression buttons through `get_interface_actions()` while retaining</a:t>
            </a:r>
          </a:p>
          <a:p>
            <a:r>
              <a:t>setup/reset controls. The original scenario guard still validates actions after</a:t>
            </a:r>
          </a:p>
          <a:p>
            <a:r>
              <a:t>CCBM acceptance. Logging accepts CCBM probability and spoken-report metadata.</a:t>
            </a:r>
          </a:p>
          <a:p>
            <a:r>
              <a:t>The summary identifies the focused exercise as `cpr_single_witness_practice`.</a:t>
            </a:r>
          </a:p>
          <a:p>
            <a:endParaRPr/>
          </a:p>
          <a:p>
            <a:r>
              <a:t>**Review:** AED enums and implementation remain for the broader scenario; they</a:t>
            </a:r>
          </a:p>
          <a:p>
            <a:r>
              <a:t>are excluded in the selected mode. This is a focused CPR exercise, not Denis's</a:t>
            </a:r>
          </a:p>
          <a:p>
            <a:r>
              <a:t>full original AED simulation. Speech confirms reported findings, not physical</a:t>
            </a:r>
          </a:p>
          <a:p>
            <a:r>
              <a:t>technique. Physical compressions remain detector events.</a:t>
            </a:r>
          </a:p>
          <a:p>
            <a:endParaRPr/>
          </a:p>
          <a:p>
            <a:r>
              <a:t>## 3. Witnesses and conversation</a:t>
            </a:r>
          </a:p>
          <a:p>
            <a:endParaRPr/>
          </a:p>
          <a:p>
            <a:r>
              <a:t>### scripts/scenario/bystander_director.gd — unchanged upstream implementation</a:t>
            </a:r>
          </a:p>
          <a:p>
            <a:endParaRPr/>
          </a:p>
          <a:p>
            <a:r>
              <a:t>Denis's original two-witness director remains in the repository. The current</a:t>
            </a:r>
          </a:p>
          <a:p>
            <a:r>
              <a:t>app instantiates a subclass instead, so presence of this file does not mean</a:t>
            </a:r>
          </a:p>
          <a:p>
            <a:r>
              <a:t>Marek or automated bystander compressions are active.</a:t>
            </a:r>
          </a:p>
          <a:p>
            <a:endParaRPr/>
          </a:p>
          <a:p>
            <a:r>
              <a:t>### scripts/scenario/single_witness_director.gd — new</a:t>
            </a:r>
          </a:p>
          <a:p>
            <a:endParaRPr/>
          </a:p>
          <a:p>
            <a:r>
              <a:t>Overrides state/event handling: Anna arrives, urges action after waiting and</a:t>
            </a:r>
          </a:p>
          <a:p>
            <a:r>
              <a:t>responds to accepted responsiveness assessment. Stroke and intent callbacks</a:t>
            </a:r>
          </a:p>
          <a:p>
            <a:r>
              <a:t>do nothing. It never supplies compressions or fetches an AED. It deliberately</a:t>
            </a:r>
          </a:p>
          <a:p>
            <a:r>
              <a:t>reuses the original director's timing/audio infrastructure.</a:t>
            </a:r>
          </a:p>
          <a:p>
            <a:endParaRPr/>
          </a:p>
          <a:p>
            <a:r>
              <a:t>### scripts/ai/llm_orchestrator.gd — modified</a:t>
            </a:r>
          </a:p>
          <a:p>
            <a:endParaRPr/>
          </a:p>
          <a:p>
            <a:r>
              <a:t>Adds English fallback replies, English model prompting/response validation and</a:t>
            </a:r>
          </a:p>
          <a:p>
            <a:r>
              <a:t>a `single_witness` policy. In that mode, AED-fetch replies are suppressed and</a:t>
            </a:r>
          </a:p>
          <a:p>
            <a:r>
              <a:t>the prompt forbids another helper or witness-performed CPR. Its queue and</a:t>
            </a:r>
          </a:p>
          <a:p>
            <a:r>
              <a:t>dialogue-only separation are retained. Generated replies do not advance the</a:t>
            </a:r>
          </a:p>
          <a:p>
            <a:r>
              <a:t>scenario. Calm/thank replies update Anna's emotion, not proof of a learner action.</a:t>
            </a:r>
          </a:p>
          <a:p>
            <a:endParaRPr/>
          </a:p>
          <a:p>
            <a:r>
              <a:t>**Review:** a cloud reply and a prerecorded fallback are different paths.</a:t>
            </a:r>
          </a:p>
          <a:p>
            <a:r>
              <a:t>Arbitrary conversation requires the configured LLM; local ASR alone does not</a:t>
            </a:r>
          </a:p>
          <a:p>
            <a:r>
              <a:t>provide open-ended dialogue. Legacy AED response dictionaries remain but are</a:t>
            </a:r>
          </a:p>
          <a:p>
            <a:r>
              <a:t>filtered in the active mode.</a:t>
            </a:r>
          </a:p>
          <a:p>
            <a:endParaRPr/>
          </a:p>
          <a:p>
            <a:r>
              <a:t>## 4. Microphone, recognition and action interpretation</a:t>
            </a:r>
          </a:p>
          <a:p>
            <a:endParaRPr/>
          </a:p>
          <a:p>
            <a:r>
              <a:t>### scripts/ai/audio_manager.gd — modified</a:t>
            </a:r>
          </a:p>
          <a:p>
            <a:endParaRPr/>
          </a:p>
          <a:p>
            <a:r>
              <a:t>English is accepted throughout recording/playback. An empty capture buffer now</a:t>
            </a:r>
          </a:p>
          <a:p>
            <a:r>
              <a:t>returns zero level instead of retaining a stale loud value; this prevents a</a:t>
            </a:r>
          </a:p>
          <a:p>
            <a:r>
              <a:t>silence timer from being continually reset by old samples. Recording does not</a:t>
            </a:r>
          </a:p>
          <a:p>
            <a:r>
              <a:t>restart an already-playing microphone stream. An unscripted missing clip does</a:t>
            </a:r>
          </a:p>
          <a:p>
            <a:r>
              <a:t>not substitute an unrelated Anna calming line. Original microphone capture,</a:t>
            </a:r>
          </a:p>
          <a:p>
            <a:r>
              <a:t>voice activation, playback queue and prepared-clip support remain.</a:t>
            </a:r>
          </a:p>
          <a:p>
            <a:endParaRPr/>
          </a:p>
          <a:p>
            <a:r>
              <a:t>### scripts/api/uni_api_client.gd — modified</a:t>
            </a:r>
          </a:p>
          <a:p>
            <a:endParaRPr/>
          </a:p>
          <a:p>
            <a:r>
              <a:t>Adds optional local ASR at `http://127.0.0.1:8767/inference`, a separate request</a:t>
            </a:r>
          </a:p>
          <a:p>
            <a:r>
              <a:t>with a 30-second timeout, no cloud credentials, no redirects and English</a:t>
            </a:r>
          </a:p>
          <a:p>
            <a:r>
              <a:t>transcription support. Denis's cloud completion/TTS/authentication framework</a:t>
            </a:r>
          </a:p>
          <a:p>
            <a:r>
              <a:t>remains. The local route is a USB-forwarded development deployment, not an</a:t>
            </a:r>
          </a:p>
          <a:p>
            <a:r>
              <a:t>independent speech recognizer running inside the Quest.</a:t>
            </a:r>
          </a:p>
          <a:p>
            <a:endParaRPr/>
          </a:p>
          <a:p>
            <a:r>
              <a:t>### scripts/scenario/spoken_observation.gd — new</a:t>
            </a:r>
          </a:p>
          <a:p>
            <a:endParaRPr/>
          </a:p>
          <a:p>
            <a:r>
              <a:t>Normalizes speech and maps bounded statements/requests to structural action</a:t>
            </a:r>
          </a:p>
          <a:p>
            <a:r>
              <a:t>codes. Supports selected multi-sentence forms around a finding; does not mean</a:t>
            </a:r>
          </a:p>
          <a:p>
            <a:r>
              <a:t>every wording or pace is accepted. Speech cannot create a compression stroke.</a:t>
            </a:r>
          </a:p>
          <a:p>
            <a:endParaRPr/>
          </a:p>
          <a:p>
            <a:r>
              <a:t>### scripts/scenario/speech_confirmation.gd — new</a:t>
            </a:r>
          </a:p>
          <a:p>
            <a:endParaRPr/>
          </a:p>
          <a:p>
            <a:r>
              <a:t>English-only pending proposals last 30 seconds and are bound to the current</a:t>
            </a:r>
          </a:p>
          <a:p>
            <a:r>
              <a:t>scenario context. Yes/no applies only to an explicit pending proposal. A small</a:t>
            </a:r>
          </a:p>
          <a:p>
            <a:r>
              <a:t>list handles observed transcription mistakes and tentative statements. It is</a:t>
            </a:r>
          </a:p>
          <a:p>
            <a:r>
              <a:t>not a general fuzzy-match acceptance engine.</a:t>
            </a:r>
          </a:p>
          <a:p>
            <a:endParaRPr/>
          </a:p>
          <a:p>
            <a:r>
              <a:t>### scripts/ai/observation_interpreter.gd — new</a:t>
            </a:r>
          </a:p>
          <a:p>
            <a:endParaRPr/>
          </a:p>
          <a:p>
            <a:r>
              <a:t>For speech not handled by bounded matching, asks the configured LLM for an</a:t>
            </a:r>
          </a:p>
          <a:p>
            <a:r>
              <a:t>action, kind, result and verbatim supporting evidence. Validates the schema,</a:t>
            </a:r>
          </a:p>
          <a:p>
            <a:r>
              <a:t>evidence substring and expected result. Questions, intentions, ambiguous or</a:t>
            </a:r>
          </a:p>
          <a:p>
            <a:r>
              <a:t>contradictory statements cannot silently become completed treatment actions.</a:t>
            </a:r>
          </a:p>
          <a:p>
            <a:r>
              <a:t>Conversation is sent onward to Anna's dialogue system.</a:t>
            </a:r>
          </a:p>
          <a:p>
            <a:endParaRPr/>
          </a:p>
          <a:p>
            <a:r>
              <a:t>**Review findings:** the interpreter has one in-flight request; speech arriving</a:t>
            </a:r>
          </a:p>
          <a:p>
            <a:r>
              <a:t>while busy gets clarification, not a queued interpretation. Without a configured</a:t>
            </a:r>
          </a:p>
          <a:p>
            <a:r>
              <a:t>LLM, unfamiliar wording receives clarification. English confirmation behavior</a:t>
            </a:r>
          </a:p>
          <a:p>
            <a:r>
              <a:t>is not mirrored completely in German/Polish. Recognition at different speaking</a:t>
            </a:r>
          </a:p>
          <a:p>
            <a:r>
              <a:t>rates and interruption during playback still needs recorded headset validation.</a:t>
            </a:r>
          </a:p>
          <a:p>
            <a:endParaRPr/>
          </a:p>
          <a:p>
            <a:r>
              <a:t>## 5. CCBM — new, not part of Denis's baseline</a:t>
            </a:r>
          </a:p>
          <a:p>
            <a:endParaRPr/>
          </a:p>
          <a:p>
            <a:r>
              <a:t>### scripts/scenario/ccbm_bridge.gd</a:t>
            </a:r>
          </a:p>
          <a:p>
            <a:endParaRPr/>
          </a:p>
          <a:p>
            <a:r>
              <a:t>Sends structural observation history to an external worker. Requires a response</a:t>
            </a:r>
          </a:p>
          <a:p>
            <a:r>
              <a:t>identifying engine `ccbm`, the requested action and a finite probability at</a:t>
            </a:r>
          </a:p>
          <a:p>
            <a:r>
              <a:t>least 0.90. Then checks the action is still allowed by Denis's scenario. One</a:t>
            </a:r>
          </a:p>
          <a:p>
            <a:r>
              <a:t>request is allowed at a time; history is limited to 256 observations. Reset</a:t>
            </a:r>
          </a:p>
          <a:p>
            <a:r>
              <a:t>invalidates old responses. It records compression onset from accepted tracked</a:t>
            </a:r>
          </a:p>
          <a:p>
            <a:r>
              <a:t>strokes rather than sending every stroke over HTTP. Reported ventilation is</a:t>
            </a:r>
          </a:p>
          <a:p>
            <a:r>
              <a:t>still a spoken claim. Start does not require CCBM inference.</a:t>
            </a:r>
          </a:p>
          <a:p>
            <a:endParaRPr/>
          </a:p>
          <a:p>
            <a:r>
              <a:t>### integrations/ccbm/d.pddl, p.pddl, d-observations.cpp, server.py</a:t>
            </a:r>
          </a:p>
          <a:p>
            <a:endParaRPr/>
          </a:p>
          <a:p>
            <a:r>
              <a:t>Added behavior model/problem/observation code and HTTP wrapper around the</a:t>
            </a:r>
          </a:p>
          <a:p>
            <a:r>
              <a:t>compiled CCBM worker on the PC/Linux runtime. The bridge is not itself the</a:t>
            </a:r>
          </a:p>
          <a:p>
            <a:r>
              <a:t>inference engine. Repeated breathing observations represent first/second breath</a:t>
            </a:r>
          </a:p>
          <a:p>
            <a:r>
              <a:t>in the model. Local speech/CCBM forwarding is configured by development tools.</a:t>
            </a:r>
          </a:p>
          <a:p>
            <a:endParaRPr/>
          </a:p>
          <a:p>
            <a:r>
              <a:t>**Review:** 0.90 is explicitly a prototype policy, not a threshold selected by</a:t>
            </a:r>
          </a:p>
          <a:p>
            <a:r>
              <a:t>data-driven validation. Endpoint/model availability and accepted exercise</a:t>
            </a:r>
          </a:p>
          <a:p>
            <a:r>
              <a:t>transitions must be checked during a full run. CCBM cannot prove a physical</a:t>
            </a:r>
          </a:p>
          <a:p>
            <a:r>
              <a:t>breath, correct hand position or correct airway maneuver from a spoken report.</a:t>
            </a:r>
          </a:p>
          <a:p>
            <a:endParaRPr/>
          </a:p>
          <a:p>
            <a:r>
              <a:t>## 6. Tracking, marker combination and placement</a:t>
            </a:r>
          </a:p>
          <a:p>
            <a:endParaRPr/>
          </a:p>
          <a:p>
            <a:r>
              <a:t>### scripts/tracking/aruco_tracker.gd — modified Denis adapter</a:t>
            </a:r>
          </a:p>
          <a:p>
            <a:endParaRPr/>
          </a:p>
          <a:p>
            <a:r>
              <a:t>Adds profile loading and marker combination, used-marker evidence reporting</a:t>
            </a:r>
          </a:p>
          <a:p>
            <a:r>
              <a:t>and a switch for temporal filtering. Preserves marker size/ID configuration,</a:t>
            </a:r>
          </a:p>
          <a:p>
            <a:r>
              <a:t>tracking status and desktop preview. Chooses the migrated camera provider in</a:t>
            </a:r>
          </a:p>
          <a:p>
            <a:r>
              <a:t>the XR path. Combining markers uses the exact newest detection result, not</a:t>
            </a:r>
          </a:p>
          <a:p>
            <a:r>
              <a:t>unrelated stale poses. Unrecognized IDs are ignored by the layout.</a:t>
            </a:r>
          </a:p>
          <a:p>
            <a:endParaRPr/>
          </a:p>
          <a:p>
            <a:r>
              <a:t>### scripts/tracking/user_camera_provider.gd — new adapter from original approach</a:t>
            </a:r>
          </a:p>
          <a:p>
            <a:endParaRPr/>
          </a:p>
          <a:p>
            <a:r>
              <a:t>Retains CameraServer capture, background detection and capture-time head-pose</a:t>
            </a:r>
          </a:p>
          <a:p>
            <a:r>
              <a:t>world conversion. Uses the imported detector's `detect_markers()` when present,</a:t>
            </a:r>
          </a:p>
          <a:p>
            <a:r>
              <a:t>explicitly selects 4x4/50, passes configured physical marker sizes and retains</a:t>
            </a:r>
          </a:p>
          <a:p>
            <a:r>
              <a:t>the existing intrinsics. Identity head pose is passed to detection; the saved</a:t>
            </a:r>
          </a:p>
          <a:p>
            <a:r>
              <a:t>head transform is applied once. Old API fallback remains.</a:t>
            </a:r>
          </a:p>
          <a:p>
            <a:endParaRPr/>
          </a:p>
          <a:p>
            <a:r>
              <a:t>The explicit lens compatibility correction logged as identity on the headset:</a:t>
            </a:r>
          </a:p>
          <a:p>
            <a:r>
              <a:t>the suspected inverse difference was ruled out. Diagnostic PNG saving is off.</a:t>
            </a:r>
          </a:p>
          <a:p>
            <a:r>
              <a:t>Detection timing is periodically logged. Camera latency remains a fixed 50 ms</a:t>
            </a:r>
          </a:p>
          <a:p>
            <a:r>
              <a:t>estimate; the addon's accurate CameraX timestamp path is not integrated here.</a:t>
            </a:r>
          </a:p>
          <a:p>
            <a:endParaRPr/>
          </a:p>
          <a:p>
            <a:r>
              <a:t>### scripts/tracking/colored_camera.gdshader — new</a:t>
            </a:r>
          </a:p>
          <a:p>
            <a:endParaRPr/>
          </a:p>
          <a:p>
            <a:r>
              <a:t>Combines luminance/chroma camera textures and classifies blue to white and</a:t>
            </a:r>
          </a:p>
          <a:p>
            <a:r>
              <a:t>orange to black before detection. Full-resolution processing remains enabled</a:t>
            </a:r>
          </a:p>
          <a:p>
            <a:r>
              <a:t>for colored markers. Lighting, printing and color thresholds can still affect</a:t>
            </a:r>
          </a:p>
          <a:p>
            <a:r>
              <a:t>detection; this is not proof that all resolutions were optimized.</a:t>
            </a:r>
          </a:p>
          <a:p>
            <a:endParaRPr/>
          </a:p>
          <a:p>
            <a:r>
              <a:t>### scripts/tracking/colored_marker_image.gd — new</a:t>
            </a:r>
          </a:p>
          <a:p>
            <a:endParaRPr/>
          </a:p>
          <a:p>
            <a:r>
              <a:t>CPU fallback for non-GPU images, with RGB hue classification and luminance</a:t>
            </a:r>
          </a:p>
          <a:p>
            <a:r>
              <a:t>fallback handling. Unit tests cover mapping and image handling; these are not</a:t>
            </a:r>
          </a:p>
          <a:p>
            <a:r>
              <a:t>a hardware lighting benchmark.</a:t>
            </a:r>
          </a:p>
          <a:p>
            <a:endParaRPr/>
          </a:p>
          <a:p>
            <a:r>
              <a:t>### scripts/tracking/marker_layout.gd — added during migration</a:t>
            </a:r>
          </a:p>
          <a:p>
            <a:endParaRPr/>
          </a:p>
          <a:p>
            <a:r>
              <a:t>Loads calibrated marker-to-common transforms and a common-to-sternum bridge.</a:t>
            </a:r>
          </a:p>
          <a:p>
            <a:r>
              <a:t>Each visible marker reconstructs the same anchor; translations are averaged</a:t>
            </a:r>
          </a:p>
          <a:p>
            <a:r>
              <a:t>and sign-aligned quaternions combined. Reports position spread. Optional floor</a:t>
            </a:r>
          </a:p>
          <a:p>
            <a:r>
              <a:t>orientation removes pitch/roll; it does not place the mesh bottom on the floor.</a:t>
            </a:r>
          </a:p>
          <a:p>
            <a:endParaRPr/>
          </a:p>
          <a:p>
            <a:r>
              <a:t>### scripts/tracking/startup_placement.gd — added during migration</a:t>
            </a:r>
          </a:p>
          <a:p>
            <a:endParaRPr/>
          </a:p>
          <a:p>
            <a:r>
              <a:t>Robust coordinate-median position and measured rotation medoid. Starts checking</a:t>
            </a:r>
          </a:p>
          <a:p>
            <a:r>
              <a:t>after 30 independent readings, at three-reading checkpoints, with 1.5 mm /</a:t>
            </a:r>
          </a:p>
          <a:p>
            <a:r>
              <a:t>1-degree estimate stability; four stable comparisons permit earliest acceptance</a:t>
            </a:r>
          </a:p>
          <a:p>
            <a:r>
              <a:t>at 42 readings. A 100-reading fallback exists. Faster detection changes the</a:t>
            </a:r>
          </a:p>
          <a:p>
            <a:r>
              <a:t>wall-clock duration of observation-count rules.</a:t>
            </a:r>
          </a:p>
          <a:p>
            <a:endParaRPr/>
          </a:p>
          <a:p>
            <a:r>
              <a:t>### scripts/tracking/viewer_motion_gate.gd — migrated original gate</a:t>
            </a:r>
          </a:p>
          <a:p>
            <a:endParaRPr/>
          </a:p>
          <a:p>
            <a:r>
              <a:t>Holds during head movement using a 0.3 s head window, 0.15 m/s and 20 degrees/s,</a:t>
            </a:r>
          </a:p>
          <a:p>
            <a:r>
              <a:t>then 0.5 s settling. Five readings learn viewpoint bias within 10 cm AND</a:t>
            </a:r>
          </a:p>
          <a:p>
            <a:r>
              <a:t>10 degrees. Small updates are held beyond 1.8 m; a 30 cm OR 25-degree change</a:t>
            </a:r>
          </a:p>
          <a:p>
            <a:r>
              <a:t>with three full-evidence detections has an override. These heuristic constants</a:t>
            </a:r>
          </a:p>
          <a:p>
            <a:r>
              <a:t>were retained, not newly proved optimal by this review. The experimental blanket</a:t>
            </a:r>
          </a:p>
          <a:p>
            <a:r>
              <a:t>partial-marker hold was removed at the user's request.</a:t>
            </a:r>
          </a:p>
          <a:p>
            <a:endParaRPr/>
          </a:p>
          <a:p>
            <a:r>
              <a:t>### scripts/tracking/spatial_anchor.gd — modified Denis placement</a:t>
            </a:r>
          </a:p>
          <a:p>
            <a:endParaRPr/>
          </a:p>
          <a:p>
            <a:r>
              <a:t>Denis's original one-marker 1.5 s settling/mean path remains for desktop.</a:t>
            </a:r>
          </a:p>
          <a:p>
            <a:r>
              <a:t>The headset uses the robust startup and viewer gate. Model offset and save/load</a:t>
            </a:r>
          </a:p>
          <a:p>
            <a:r>
              <a:t>compatibility remain. Adds floor reference/geometry handling, model orientation,</a:t>
            </a:r>
          </a:p>
          <a:p>
            <a:r>
              <a:t>opacity persistence, height preservation and explicit reposition resets.</a:t>
            </a:r>
          </a:p>
          <a:p>
            <a:endParaRPr/>
          </a:p>
          <a:p>
            <a:r>
              <a:t>Version 42 finally configures the original filter: window 5, position dead zone</a:t>
            </a:r>
          </a:p>
          <a:p>
            <a:r>
              <a:t>20 mm, rotation dead zone 0.3 degrees, smoothing 1.2 s, prior 2 s; stable endpoint</a:t>
            </a:r>
          </a:p>
          <a:p>
            <a:r>
              <a:t>checks 1.5 mm / 1 degree over 3 observations and relocation floors 80 mm /</a:t>
            </a:r>
          </a:p>
          <a:p>
            <a:r>
              <a:t>8 degrees. A separate remembered rest pose is used and stable components can</a:t>
            </a:r>
          </a:p>
          <a:p>
            <a:r>
              <a:t>re-anchor independently. Earlier statements that the script's presence meant</a:t>
            </a:r>
          </a:p>
          <a:p>
            <a:r>
              <a:t>the full original policy was active were incomplete.</a:t>
            </a:r>
          </a:p>
          <a:p>
            <a:endParaRPr/>
          </a:p>
          <a:p>
            <a:r>
              <a:t>### scripts/tracking/marker_pose_gizmo.gd — new diagnostic</a:t>
            </a:r>
          </a:p>
          <a:p>
            <a:endParaRPr/>
          </a:p>
          <a:p>
            <a:r>
              <a:t>White marker-center dot, labeled ID and 5 cm RGB axes on raw world marker poses,</a:t>
            </a:r>
          </a:p>
          <a:p>
            <a:r>
              <a:t>before patient/layout offsets. Hides after 500 ms without detection. Depth-test</a:t>
            </a:r>
          </a:p>
          <a:p>
            <a:r>
              <a:t>bypass keeps it readable through the patient. Raw gizmo jitter is intentional.</a:t>
            </a:r>
          </a:p>
          <a:p>
            <a:endParaRPr/>
          </a:p>
          <a:p>
            <a:r>
              <a:t>### scripts/tracking/openxr_setup.gd / room_layout.gd — modified</a:t>
            </a:r>
          </a:p>
          <a:p>
            <a:endParaRPr/>
          </a:p>
          <a:p>
            <a:r>
              <a:t>Adds floor-height helpers respecting active tracking spaces, reference transforms</a:t>
            </a:r>
          </a:p>
          <a:p>
            <a:r>
              <a:t>and live tracked room-anchor positions. Original XR/scene integration remains.</a:t>
            </a:r>
          </a:p>
          <a:p>
            <a:r>
              <a:t>`room_anchor.gd` itself is unchanged.</a:t>
            </a:r>
          </a:p>
          <a:p>
            <a:endParaRPr/>
          </a:p>
          <a:p>
            <a:r>
              <a:t>**Review:** three issues should not be conflated: marker pose alignment, mesh</a:t>
            </a:r>
          </a:p>
          <a:p>
            <a:r>
              <a:t>alignment offset, and stationary smoothing. A floor orientation constraint is</a:t>
            </a:r>
          </a:p>
          <a:p>
            <a:r>
              <a:t>also different from physical mesh-floor contact. Current gate heuristics and</a:t>
            </a:r>
          </a:p>
          <a:p>
            <a:r>
              <a:t>50 ms camera timing can still cause viewpoint-dependent shifts. Real movement,</a:t>
            </a:r>
          </a:p>
          <a:p>
            <a:r>
              <a:t>occlusion and rest reacquisition need hardware checks without inventing offsets.</a:t>
            </a:r>
          </a:p>
          <a:p>
            <a:endParaRPr/>
          </a:p>
          <a:p>
            <a:r>
              <a:t>## 7. CPR and hand/controller interaction</a:t>
            </a:r>
          </a:p>
          <a:p>
            <a:endParaRPr/>
          </a:p>
          <a:p>
            <a:r>
              <a:t>### scripts/tracking/xr_interaction.gd — modified</a:t>
            </a:r>
          </a:p>
          <a:p>
            <a:endParaRPr/>
          </a:p>
          <a:p>
            <a:r>
              <a:t>Denis already instantiated the upstream hand-zone/stroke detector. Changes now</a:t>
            </a:r>
          </a:p>
          <a:p>
            <a:r>
              <a:t>attach the original CPR HUD to the XR camera; use its BPM interval source rather</a:t>
            </a:r>
          </a:p>
          <a:p>
            <a:r>
              <a:t>than a separate adapter calculation; retain the original zone dimensions; enable</a:t>
            </a:r>
          </a:p>
          <a:p>
            <a:r>
              <a:t>metronome except while audio is busy; reset the 0–30 practice count for a new</a:t>
            </a:r>
          </a:p>
          <a:p>
            <a:r>
              <a:t>cycle. The standalone automatic breathing-pause scheduler stays disabled because</a:t>
            </a:r>
          </a:p>
          <a:p>
            <a:r>
              <a:t>the scenario owns the breathing events.</a:t>
            </a:r>
          </a:p>
          <a:p>
            <a:endParaRPr/>
          </a:p>
          <a:p>
            <a:r>
              <a:t>The practice display/zone appears after patient placement, but only CPR-stage</a:t>
            </a:r>
          </a:p>
          <a:p>
            <a:r>
              <a:t>strokes receive exercise credit. Adds controller trigger menu clicks while</a:t>
            </a:r>
          </a:p>
          <a:p>
            <a:r>
              <a:t>retaining hand pinch/poke input. Controllers do not generate physical CPR counts.</a:t>
            </a:r>
          </a:p>
          <a:p>
            <a:endParaRPr/>
          </a:p>
          <a:p>
            <a:r>
              <a:t>### addons/naret_upstream/avatar/*</a:t>
            </a:r>
          </a:p>
          <a:p>
            <a:endParaRPr/>
          </a:p>
          <a:p>
            <a:r>
              <a:t>`cpr_hand_zone.gd/.tscn`, `cpr_motion_session.gd`, `cpr_metronome.gd` and the</a:t>
            </a:r>
          </a:p>
          <a:p>
            <a:r>
              <a:t>target guide originated in the user's project and were already dependencies of</a:t>
            </a:r>
          </a:p>
          <a:p>
            <a:r>
              <a:t>Denis's application. `cpr_feedback_hud.gd` was brought into this runtime for the</a:t>
            </a:r>
          </a:p>
          <a:p>
            <a:r>
              <a:t>original 0–30 count, pace needle, depth bar and coaching. The stabilizer script</a:t>
            </a:r>
          </a:p>
          <a:p>
            <a:r>
              <a:t>matches the original project; the important latest change is its configuration</a:t>
            </a:r>
          </a:p>
          <a:p>
            <a:r>
              <a:t>and rest-pose use in the spatial anchor.</a:t>
            </a:r>
          </a:p>
          <a:p>
            <a:endParaRPr/>
          </a:p>
          <a:p>
            <a:r>
              <a:t>**Review:** depth is hand excursion, not measured mannequin compression depth.</a:t>
            </a:r>
          </a:p>
          <a:p>
            <a:r>
              <a:t>Speech cannot add compression counts. The existing sensor modules would need</a:t>
            </a:r>
          </a:p>
          <a:p>
            <a:r>
              <a:t>real hardware/plugin connection for verified depth/recoil/ventilation data.</a:t>
            </a:r>
          </a:p>
          <a:p>
            <a:endParaRPr/>
          </a:p>
          <a:p>
            <a:r>
              <a:t>## 8. Patient model, transparency and animation</a:t>
            </a:r>
          </a:p>
          <a:p>
            <a:endParaRPr/>
          </a:p>
          <a:p>
            <a:r>
              <a:t>### scripts/mannequin/mannequin_controller.gd — modified</a:t>
            </a:r>
          </a:p>
          <a:p>
            <a:endParaRPr/>
          </a:p>
          <a:p>
            <a:r>
              <a:t>Adds optional anatomical fitting, resized mouth/forehead targets and neutral</a:t>
            </a:r>
          </a:p>
          <a:p>
            <a:r>
              <a:t>gesture landmarks. Fit dimensions default to zero; scene model scale is 0.9.</a:t>
            </a:r>
          </a:p>
          <a:p>
            <a:r>
              <a:t>Therefore the presence of fitting code does not establish a measured mannequin</a:t>
            </a:r>
          </a:p>
          <a:p>
            <a:r>
              <a:t>match. Preserve the actual physical torso dimensions when assessing fit.</a:t>
            </a:r>
          </a:p>
          <a:p>
            <a:endParaRPr/>
          </a:p>
          <a:p>
            <a:r>
              <a:t>Adds body overlay materials using `assets/patient_overlay.gdshader`; head region</a:t>
            </a:r>
          </a:p>
          <a:p>
            <a:r>
              <a:t>stays solid to avoid seeing teeth/eyeballs through facial skin. Body opacity</a:t>
            </a:r>
          </a:p>
          <a:p>
            <a:r>
              <a:t>uses a 4x4 screen-space coverage mask instead of layered alpha blending. Pallor</a:t>
            </a:r>
          </a:p>
          <a:p>
            <a:r>
              <a:t>updates preserve material alpha. A pattern can remain visible, especially in XR.</a:t>
            </a:r>
          </a:p>
          <a:p>
            <a:endParaRPr/>
          </a:p>
          <a:p>
            <a:r>
              <a:t>**Important exact difference:** current head-tilt limits are 10 degrees neck and</a:t>
            </a:r>
          </a:p>
          <a:p>
            <a:r>
              <a:t>10 degrees head. Denis's baseline uses 28 and 20. These values are not the same,</a:t>
            </a:r>
          </a:p>
          <a:p>
            <a:r>
              <a:t>even though earlier conversation discussed retaining Denis's angles.</a:t>
            </a:r>
          </a:p>
          <a:p>
            <a:endParaRPr/>
          </a:p>
          <a:p>
            <a:r>
              <a:t>### scripts/tracking/head_tilt_gesture.gd — new</a:t>
            </a:r>
          </a:p>
          <a:p>
            <a:endParaRPr/>
          </a:p>
          <a:p>
            <a:r>
              <a:t>Two separate tracked hands: forehead palm within 6 cm, other index tip within</a:t>
            </a:r>
          </a:p>
          <a:p>
            <a:r>
              <a:t>4.5 cm of chin; 0.35 s positioning; coordinated movement within 2 s, sustained</a:t>
            </a:r>
          </a:p>
          <a:p>
            <a:r>
              <a:t>0.12 s; 0.25 s lost-tracking grace. Limits are provisional. It triggers animation</a:t>
            </a:r>
          </a:p>
          <a:p>
            <a:r>
              <a:t>only and does not score or confirm actual airway opening. Replaces Denis's</a:t>
            </a:r>
          </a:p>
          <a:p>
            <a:r>
              <a:t>one-palm-within-10-cm trigger.</a:t>
            </a:r>
          </a:p>
          <a:p>
            <a:endParaRPr/>
          </a:p>
          <a:p>
            <a:r>
              <a:t>### Other mannequin scripts — unchanged</a:t>
            </a:r>
          </a:p>
          <a:p>
            <a:endParaRPr/>
          </a:p>
          <a:p>
            <a:r>
              <a:t>AED device, breathing system, bystander controller, heart system, pupil system,</a:t>
            </a:r>
          </a:p>
          <a:p>
            <a:r>
              <a:t>ragdoll and rig animator retain upstream implementations. Whether each is active</a:t>
            </a:r>
          </a:p>
          <a:p>
            <a:r>
              <a:t>depends on composition. AED code remains inactive in the focused exercise;</a:t>
            </a:r>
          </a:p>
          <a:p>
            <a:r>
              <a:t>retained physiological displays are simulations, not sensed patient physiology.</a:t>
            </a:r>
          </a:p>
          <a:p>
            <a:endParaRPr/>
          </a:p>
          <a:p>
            <a:r>
              <a:t>## 9. Languages and interface</a:t>
            </a:r>
          </a:p>
          <a:p>
            <a:endParaRPr/>
          </a:p>
          <a:p>
            <a:r>
              <a:t>### scripts/ai/language_manager.gd — modified</a:t>
            </a:r>
          </a:p>
          <a:p>
            <a:endParaRPr/>
          </a:p>
          <a:p>
            <a:r>
              <a:t>Adds English scenario/action lines and UI translation mapping, three-language</a:t>
            </a:r>
          </a:p>
          <a:p>
            <a:r>
              <a:t>selection and some English communication intents. Denis's DE/PL content remains.</a:t>
            </a:r>
          </a:p>
          <a:p>
            <a:r>
              <a:t>Missing UI translation keys fall back to German, so full English coverage is not</a:t>
            </a:r>
          </a:p>
          <a:p>
            <a:r>
              <a:t>guaranteed merely by selecting EN.</a:t>
            </a:r>
          </a:p>
          <a:p>
            <a:endParaRPr/>
          </a:p>
          <a:p>
            <a:r>
              <a:t>### scripts/ui/hand_menu.gd — modified</a:t>
            </a:r>
          </a:p>
          <a:p>
            <a:endParaRPr/>
          </a:p>
          <a:p>
            <a:r>
              <a:t>Larger direct training, language, microphone and voice-test controls alongside</a:t>
            </a:r>
          </a:p>
          <a:p>
            <a:r>
              <a:t>the wrist-menu infrastructure. Uses observation-driven action lists. Language</a:t>
            </a:r>
          </a:p>
          <a:p>
            <a:r>
              <a:t>and active-state feedback turn green; momentary actions flash rather than</a:t>
            </a:r>
          </a:p>
          <a:p>
            <a:r>
              <a:t>remaining selected. Some visible strings remain English regardless of language.</a:t>
            </a:r>
          </a:p>
          <a:p>
            <a:endParaRPr/>
          </a:p>
          <a:p>
            <a:r>
              <a:t>### scripts/ui/calibration_panel.gd — modified</a:t>
            </a:r>
          </a:p>
          <a:p>
            <a:endParaRPr/>
          </a:p>
          <a:p>
            <a:r>
              <a:t>Retains XYZ and Euler rotation preview through the model offset, preserves scale,</a:t>
            </a:r>
          </a:p>
          <a:p>
            <a:r>
              <a:t>and gates saving on startup placement. Removed marker geometry, scan visibility</a:t>
            </a:r>
          </a:p>
          <a:p>
            <a:r>
              <a:t>and model-scale controls. Later requests added language/start/audio/microphone</a:t>
            </a:r>
          </a:p>
          <a:p>
            <a:r>
              <a:t>controls outside scrolling, plus body transparency and floor adjustment fields.</a:t>
            </a:r>
          </a:p>
          <a:p>
            <a:r>
              <a:t>It is therefore broader than the earlier requested minimal six-field panel.</a:t>
            </a:r>
          </a:p>
          <a:p>
            <a:r>
              <a:t>Close keeps preview; Save writes it. Y controls can be disabled when floor locked.</a:t>
            </a:r>
          </a:p>
          <a:p>
            <a:r>
              <a:t>Hard-coded English messages need localization review.</a:t>
            </a:r>
          </a:p>
          <a:p>
            <a:endParaRPr/>
          </a:p>
          <a:p>
            <a:r>
              <a:t>### scripts/ui/info_panel.gd — modified</a:t>
            </a:r>
          </a:p>
          <a:p>
            <a:endParaRPr/>
          </a:p>
          <a:p>
            <a:r>
              <a:t>Adds next-step/example phrases and hand-compression display. Helps the learner</a:t>
            </a:r>
          </a:p>
          <a:p>
            <a:r>
              <a:t>understand expected observations instead of requiring hidden action buttons.</a:t>
            </a:r>
          </a:p>
          <a:p>
            <a:r>
              <a:t>Remaining literal English strings require DE/PL checks.</a:t>
            </a:r>
          </a:p>
          <a:p>
            <a:endParaRPr/>
          </a:p>
          <a:p>
            <a:r>
              <a:t>### scripts/ui/dashboard.gd — modified</a:t>
            </a:r>
          </a:p>
          <a:p>
            <a:endParaRPr/>
          </a:p>
          <a:p>
            <a:r>
              <a:t>Adds EN selection and localized labels, hides QCPR simulator button, uses</a:t>
            </a:r>
          </a:p>
          <a:p>
            <a:r>
              <a:t>observation-driven available UI actions and labels hand depth as an estimate.</a:t>
            </a:r>
          </a:p>
          <a:p>
            <a:r>
              <a:t>Desktop/simulation utilities remain; their presence is not headset sensor support.</a:t>
            </a:r>
          </a:p>
          <a:p>
            <a:endParaRPr/>
          </a:p>
          <a:p>
            <a:r>
              <a:t>### scripts/ui/briefing_panel.gd — modified</a:t>
            </a:r>
          </a:p>
          <a:p>
            <a:endParaRPr/>
          </a:p>
          <a:p>
            <a:r>
              <a:t>Skips missing-AED feedback in witness-only mode, adapts the final advice for that</a:t>
            </a:r>
          </a:p>
          <a:p>
            <a:r>
              <a:t>scenario and routes localization through the language helper. This file changes</a:t>
            </a:r>
          </a:p>
          <a:p>
            <a:r>
              <a:t>what is displayed; it does not replace the scoring or session-log engine.</a:t>
            </a:r>
          </a:p>
          <a:p>
            <a:endParaRPr/>
          </a:p>
          <a:p>
            <a:r>
              <a:t>## 10. Feedback, EKG, QCPR and utilities retained from Denis</a:t>
            </a:r>
          </a:p>
          <a:p>
            <a:endParaRPr/>
          </a:p>
          <a:p>
            <a:r>
              <a:t>`score_tracker.gd` and `session_logger.gd` are unchanged upstream. The input events</a:t>
            </a:r>
          </a:p>
          <a:p>
            <a:r>
              <a:t>and scenario metadata are extended, so their output can differ even without</a:t>
            </a:r>
          </a:p>
          <a:p>
            <a:r>
              <a:t>editing the files. Full results should be checked for a no-AED, speech-report</a:t>
            </a:r>
          </a:p>
          <a:p>
            <a:r>
              <a:t>session. Numeric verified-quality scores must not imply measured chest depth.</a:t>
            </a:r>
          </a:p>
          <a:p>
            <a:endParaRPr/>
          </a:p>
          <a:p>
            <a:r>
              <a:t>`ekg_system.gd` and `ekg_renderer.gd` are unchanged. `performance_monitor.gd` is</a:t>
            </a:r>
          </a:p>
          <a:p>
            <a:r>
              <a:t>unchanged. The QCPR backend, real BLE adapter, constants, packet parser, manager,</a:t>
            </a:r>
          </a:p>
          <a:p>
            <a:r>
              <a:t>simulated backend and QCPR debug panel are unchanged source; current main does</a:t>
            </a:r>
          </a:p>
          <a:p>
            <a:r>
              <a:t>not start their runtime. Native BLE availability is a separate integration task.</a:t>
            </a:r>
          </a:p>
          <a:p>
            <a:endParaRPr/>
          </a:p>
          <a:p>
            <a:r>
              <a:t>## 11. Remaining work, in practical order</a:t>
            </a:r>
          </a:p>
          <a:p>
            <a:endParaRPr/>
          </a:p>
          <a:p>
            <a:r>
              <a:t>### Scene, addon and build changes outside scripts/</a:t>
            </a:r>
          </a:p>
          <a:p>
            <a:endParaRPr/>
          </a:p>
          <a:p>
            <a:r>
              <a:t>- `scenes/main.tscn`: selects `data/user_marker_layout.cfg`, supplies the default</a:t>
            </a:r>
          </a:p>
          <a:p>
            <a:r>
              <a:t>  180-degree X model orientation, and removes the AED and Marek scene instances.</a:t>
            </a:r>
          </a:p>
          <a:p>
            <a:r>
              <a:t>  This is an actual scene change, not just hiding their buttons.</a:t>
            </a:r>
          </a:p>
          <a:p>
            <a:r>
              <a:t>- `scenes/mannequin.tscn`: sets the human model scale to 0.9. Saved model offsets</a:t>
            </a:r>
          </a:p>
          <a:p>
            <a:r>
              <a:t>  can add their own transform, so the scene scale alone is not a torso measurement.</a:t>
            </a:r>
          </a:p>
          <a:p>
            <a:r>
              <a:t>- `assets/patient_overlay.gdshader`: new opaque-depth coverage shader with a solid</a:t>
            </a:r>
          </a:p>
          <a:p>
            <a:r>
              <a:t>  head region; discussed in section 8.</a:t>
            </a:r>
          </a:p>
          <a:p>
            <a:r>
              <a:t>- `addons/opencv_aruco`: imported from Paul's `addon-port` branch, commit</a:t>
            </a:r>
          </a:p>
          <a:p>
            <a:r>
              <a:t>  `729f8c0`, with new packaged native libraries/API and export guard. It is a</a:t>
            </a:r>
          </a:p>
          <a:p>
            <a:r>
              <a:t>  selective addon port, not replacement of Denis's whole project. Its standalone</a:t>
            </a:r>
          </a:p>
          <a:p>
            <a:r>
              <a:t>  timestamped CameraX tracker is not the active camera provider.</a:t>
            </a:r>
          </a:p>
          <a:p>
            <a:r>
              <a:t>- `project.godot`: the OpenCV editor-plugin section was moved; comparison with</a:t>
            </a:r>
          </a:p>
          <a:p>
            <a:r>
              <a:t>  this baseline does not show a new XR-reference-space policy in this file.</a:t>
            </a:r>
          </a:p>
          <a:p>
            <a:r>
              <a:t>- `export_presets.cfg`: installed build identifies as code 42,</a:t>
            </a:r>
          </a:p>
          <a:p>
            <a:r>
              <a:t>  `0.3.40-original-stabilizer`; application package remains the same so replace</a:t>
            </a:r>
          </a:p>
          <a:p>
            <a:r>
              <a:t>  installation preserves user data.</a:t>
            </a:r>
          </a:p>
          <a:p>
            <a:r>
              <a:t>- English script/audio and service setup tools are additions. Service settings</a:t>
            </a:r>
          </a:p>
          <a:p>
            <a:r>
              <a:t>  are runtime/device configuration, not evidence that all required servers are</a:t>
            </a:r>
          </a:p>
          <a:p>
            <a:r>
              <a:t>  bundled in the APK. No credential values are included in this review.</a:t>
            </a:r>
          </a:p>
          <a:p>
            <a:endParaRPr/>
          </a:p>
          <a:p>
            <a:r>
              <a:t>### Validation still required</a:t>
            </a:r>
          </a:p>
          <a:p>
            <a:endParaRPr/>
          </a:p>
          <a:p>
            <a:r>
              <a:t>1. Confirm the latest patient stabilization on a stationary mannequin, head</a:t>
            </a:r>
          </a:p>
          <a:p>
            <a:r>
              <a:t>   movement, partial marker loss and restart. Compare patient versus raw gizmos.</a:t>
            </a:r>
          </a:p>
          <a:p>
            <a:r>
              <a:t>2. Confirm saved model fit/nudge and floor-height behavior after restarting and</a:t>
            </a:r>
          </a:p>
          <a:p>
            <a:r>
              <a:t>   XR recentering; do not compensate a camera-pose defect with a model offset.</a:t>
            </a:r>
          </a:p>
          <a:p>
            <a:r>
              <a:t>3. Decide whether to retain the current 10+10-degree visual animation or restore</a:t>
            </a:r>
          </a:p>
          <a:p>
            <a:r>
              <a:t>   Denis's 28+20-degree animation; test its direction on the actual rig.</a:t>
            </a:r>
          </a:p>
          <a:p>
            <a:r>
              <a:t>4. Run one full English exercise with natural speech, interruptions, two breaths,</a:t>
            </a:r>
          </a:p>
          <a:p>
            <a:r>
              <a:t>   compression cycle, handover and debrief. Log ASR, CCBM and scenario decisions.</a:t>
            </a:r>
          </a:p>
          <a:p>
            <a:r>
              <a:t>5. Repeat in German/Polish; review translated UI, audio availability and fallback</a:t>
            </a:r>
          </a:p>
          <a:p>
            <a:r>
              <a:t>   behavior. Current English confirmation support is more extensive.</a:t>
            </a:r>
          </a:p>
          <a:p>
            <a:r>
              <a:t>6. Decide the deployment model: USB-connected PC ASR/CCBM is development mode.</a:t>
            </a:r>
          </a:p>
          <a:p>
            <a:r>
              <a:t>   Independent headset deployment needs reachable services or another runtime.</a:t>
            </a:r>
          </a:p>
          <a:p>
            <a:r>
              <a:t>7. Validate any desired real mannequin measurements via sensors/BLE. Do not label</a:t>
            </a:r>
          </a:p>
          <a:p>
            <a:r>
              <a:t>   hand excursion or spoken breaths as verified physical measurements.</a:t>
            </a:r>
          </a:p>
          <a:p>
            <a:r>
              <a:t>8. Clean up inactive AED/QCPR branches only after reviewing the intended future</a:t>
            </a:r>
          </a:p>
          <a:p>
            <a:r>
              <a:t>   scope, then produce a reviewable commit/PR. Local changes are not automatically</a:t>
            </a:r>
          </a:p>
          <a:p>
            <a:r>
              <a:t>   incorporated into Denis's GitHub repository.</a:t>
            </a:r>
          </a:p>
          <a:p>
            <a:endParaRPr/>
          </a:p>
          <a:p>
            <a:r>
              <a:t>## File inventory</a:t>
            </a:r>
          </a:p>
          <a:p>
            <a:endParaRPr/>
          </a:p>
          <a:p>
            <a:r>
              <a:t>The following inventory compares each runtime script with the baseline Git blob,</a:t>
            </a:r>
          </a:p>
          <a:p>
            <a:r>
              <a:t>normalizing Windows/Unix line endings. Changed files may include comments/formatting, not</a:t>
            </a:r>
          </a:p>
          <a:p>
            <a:r>
              <a:t>only behavioral differences. Unchanged files retain source but can be called</a:t>
            </a:r>
          </a:p>
          <a:p>
            <a:r>
              <a:t>with different settings or inputs. Godot `.uid` sidecars are omitted.</a:t>
            </a:r>
          </a:p>
          <a:p>
            <a:endParaRPr/>
          </a:p>
          <a:p>
            <a:r>
              <a:t>&lt;!-- generated runtime inventory --&gt;</a:t>
            </a:r>
          </a:p>
          <a:p>
            <a:endParaRPr/>
          </a:p>
          <a:p>
            <a:r>
              <a:t>51 runtime script/shader files: 17 changed, 13 added, 21 unchanged after normalizing line endings.</a:t>
            </a:r>
          </a:p>
          <a:p>
            <a:endParaRPr/>
          </a:p>
          <a:p>
            <a:r>
              <a:t>| Runtime file | Compared with Denis's baseline | Lines |</a:t>
            </a:r>
          </a:p>
          <a:p>
            <a:r>
              <a:t>|---|---|---:|</a:t>
            </a:r>
          </a:p>
          <a:p>
            <a:r>
              <a:t>| [scripts/ai/audio_manager.gd](../scripts/ai/audio_manager.gd) | Changed | 386 |</a:t>
            </a:r>
          </a:p>
          <a:p>
            <a:r>
              <a:t>| [scripts/ai/language_manager.gd](../scripts/ai/language_manager.gd) | Changed | 260 |</a:t>
            </a:r>
          </a:p>
          <a:p>
            <a:r>
              <a:t>| [scripts/ai/llm_orchestrator.gd](../scripts/ai/llm_orchestrator.gd) | Changed | 142 |</a:t>
            </a:r>
          </a:p>
          <a:p>
            <a:r>
              <a:t>| [scripts/ai/observation_interpreter.gd](../scripts/ai/observation_interpreter.gd) | Added | 76 |</a:t>
            </a:r>
          </a:p>
          <a:p>
            <a:r>
              <a:t>| [scripts/api/uni_api_client.gd](../scripts/api/uni_api_client.gd) | Changed | 219 |</a:t>
            </a:r>
          </a:p>
          <a:p>
            <a:r>
              <a:t>| [scripts/ekg/ekg_system.gd](../scripts/ekg/ekg_system.gd) | Unchanged | 71 |</a:t>
            </a:r>
          </a:p>
          <a:p>
            <a:r>
              <a:t>| [scripts/feedback/score_tracker.gd](../scripts/feedback/score_tracker.gd) | Unchanged | 59 |</a:t>
            </a:r>
          </a:p>
          <a:p>
            <a:r>
              <a:t>| [scripts/feedback/session_logger.gd](../scripts/feedback/session_logger.gd) | Unchanged | 64 |</a:t>
            </a:r>
          </a:p>
          <a:p>
            <a:r>
              <a:t>| [scripts/main.gd](../scripts/main.gd) | Changed | 856 |</a:t>
            </a:r>
          </a:p>
          <a:p>
            <a:r>
              <a:t>| [scripts/mannequin/aed_device.gd](../scripts/mannequin/aed_device.gd) | Unchanged | 547 |</a:t>
            </a:r>
          </a:p>
          <a:p>
            <a:r>
              <a:t>| [scripts/mannequin/breathing_system.gd](../scripts/mannequin/breathing_system.gd) | Unchanged | 44 |</a:t>
            </a:r>
          </a:p>
          <a:p>
            <a:r>
              <a:t>| [scripts/mannequin/bystander_controller.gd](../scripts/mannequin/bystander_controller.gd) | Unchanged | 218 |</a:t>
            </a:r>
          </a:p>
          <a:p>
            <a:r>
              <a:t>| [scripts/mannequin/heart_system.gd](../scripts/mannequin/heart_system.gd) | Unchanged | 68 |</a:t>
            </a:r>
          </a:p>
          <a:p>
            <a:r>
              <a:t>| [scripts/mannequin/mannequin_controller.gd](../scripts/mannequin/mannequin_controller.gd) | Changed | 312 |</a:t>
            </a:r>
          </a:p>
          <a:p>
            <a:r>
              <a:t>| [scripts/mannequin/pupil_system.gd](../scripts/mannequin/pupil_system.gd) | Unchanged | 23 |</a:t>
            </a:r>
          </a:p>
          <a:p>
            <a:r>
              <a:t>| [scripts/mannequin/ragdoll.gd](../scripts/mannequin/ragdoll.gd) | Unchanged | 383 |</a:t>
            </a:r>
          </a:p>
          <a:p>
            <a:r>
              <a:t>| [scripts/mannequin/rig_animator.gd](../scripts/mannequin/rig_animator.gd) | Unchanged | 379 |</a:t>
            </a:r>
          </a:p>
          <a:p>
            <a:r>
              <a:t>| [scripts/qcpr/qcpr_backend.gd](../scripts/qcpr/qcpr_backend.gd) | Unchanged | 69 |</a:t>
            </a:r>
          </a:p>
          <a:p>
            <a:r>
              <a:t>| [scripts/qcpr/qcpr_ble_real_backend.gd](../scripts/qcpr/qcpr_ble_real_backend.gd) | Unchanged | 168 |</a:t>
            </a:r>
          </a:p>
          <a:p>
            <a:r>
              <a:t>| [scripts/qcpr/qcpr_constants.gd](../scripts/qcpr/qcpr_constants.gd) | Unchanged | 179 |</a:t>
            </a:r>
          </a:p>
          <a:p>
            <a:r>
              <a:t>| [scripts/qcpr/qcpr_manager.gd](../scripts/qcpr/qcpr_manager.gd) | Unchanged | 195 |</a:t>
            </a:r>
          </a:p>
          <a:p>
            <a:r>
              <a:t>| [scripts/qcpr/qcpr_packet.gd](../scripts/qcpr/qcpr_packet.gd) | Unchanged | 259 |</a:t>
            </a:r>
          </a:p>
          <a:p>
            <a:r>
              <a:t>| [scripts/qcpr/simulated_manikin_backend.gd](../scripts/qcpr/simulated_manikin_backend.gd) | Unchanged | 478 |</a:t>
            </a:r>
          </a:p>
          <a:p>
            <a:r>
              <a:t>| [scripts/scenario/bystander_director.gd](../scripts/scenario/bystander_director.gd) | Unchanged | 498 |</a:t>
            </a:r>
          </a:p>
          <a:p>
            <a:r>
              <a:t>| [scripts/scenario/ccbm_bridge.gd](../scripts/scenario/ccbm_bridge.gd) | Added | 120 |</a:t>
            </a:r>
          </a:p>
          <a:p>
            <a:r>
              <a:t>| [scripts/scenario/scenario_controller.gd](../scripts/scenario/scenario_controller.gd) | Changed | 371 |</a:t>
            </a:r>
          </a:p>
          <a:p>
            <a:r>
              <a:t>| [scripts/scenario/single_witness_director.gd](../scripts/scenario/single_witness_director.gd) | Added | 25 |</a:t>
            </a:r>
          </a:p>
          <a:p>
            <a:r>
              <a:t>| [scripts/scenario/speech_confirmation.gd](../scripts/scenario/speech_confirmation.gd) | Added | 48 |</a:t>
            </a:r>
          </a:p>
          <a:p>
            <a:r>
              <a:t>| [scripts/scenario/spoken_observation.gd](../scripts/scenario/spoken_observation.gd) | Added | 70 |</a:t>
            </a:r>
          </a:p>
          <a:p>
            <a:r>
              <a:t>| [scripts/tracking/aruco_tracker.gd](../scripts/tracking/aruco_tracker.gd) | Changed | 207 |</a:t>
            </a:r>
          </a:p>
          <a:p>
            <a:r>
              <a:t>| [scripts/tracking/colored_camera.gdshader](../scripts/tracking/colored_camera.gdshader) | Added | 28 |</a:t>
            </a:r>
          </a:p>
          <a:p>
            <a:r>
              <a:t>| [scripts/tracking/colored_marker_image.gd](../scripts/tracking/colored_marker_image.gd) | Added | 27 |</a:t>
            </a:r>
          </a:p>
          <a:p>
            <a:r>
              <a:t>| [scripts/tracking/head_tilt_gesture.gd](../scripts/tracking/head_tilt_gesture.gd) | Added | 90 |</a:t>
            </a:r>
          </a:p>
          <a:p>
            <a:r>
              <a:t>| [scripts/tracking/marker_layout.gd](../scripts/tracking/marker_layout.gd) | Added | 104 |</a:t>
            </a:r>
          </a:p>
          <a:p>
            <a:r>
              <a:t>| [scripts/tracking/marker_pose_gizmo.gd](../scripts/tracking/marker_pose_gizmo.gd) | Added | 42 |</a:t>
            </a:r>
          </a:p>
          <a:p>
            <a:r>
              <a:t>| [scripts/tracking/openxr_setup.gd](../scripts/tracking/openxr_setup.gd) | Changed | 70 |</a:t>
            </a:r>
          </a:p>
          <a:p>
            <a:r>
              <a:t>| [scripts/tracking/room_anchor.gd](../scripts/tracking/room_anchor.gd) | Unchanged | 7 |</a:t>
            </a:r>
          </a:p>
          <a:p>
            <a:r>
              <a:t>| [scripts/tracking/room_layout.gd](../scripts/tracking/room_layout.gd) | Changed | 178 |</a:t>
            </a:r>
          </a:p>
          <a:p>
            <a:r>
              <a:t>| [scripts/tracking/spatial_anchor.gd](../scripts/tracking/spatial_anchor.gd) | Changed | 357 |</a:t>
            </a:r>
          </a:p>
          <a:p>
            <a:r>
              <a:t>| [scripts/tracking/startup_placement.gd](../scripts/tracking/startup_placement.gd) | Added | 99 |</a:t>
            </a:r>
          </a:p>
          <a:p>
            <a:r>
              <a:t>| [scripts/tracking/user_camera_provider.gd](../scripts/tracking/user_camera_provider.gd) | Added | 434 |</a:t>
            </a:r>
          </a:p>
          <a:p>
            <a:r>
              <a:t>| [scripts/tracking/viewer_motion_gate.gd](../scripts/tracking/viewer_motion_gate.gd) | Added | 156 |</a:t>
            </a:r>
          </a:p>
          <a:p>
            <a:r>
              <a:t>| [scripts/tracking/xr_interaction.gd](../scripts/tracking/xr_interaction.gd) | Changed | 466 |</a:t>
            </a:r>
          </a:p>
          <a:p>
            <a:r>
              <a:t>| [scripts/ui/briefing_panel.gd](../scripts/ui/briefing_panel.gd) | Changed | 149 |</a:t>
            </a:r>
          </a:p>
          <a:p>
            <a:r>
              <a:t>| [scripts/ui/calibration_panel.gd](../scripts/ui/calibration_panel.gd) | Changed | 219 |</a:t>
            </a:r>
          </a:p>
          <a:p>
            <a:r>
              <a:t>| [scripts/ui/dashboard.gd](../scripts/ui/dashboard.gd) | Changed | 364 |</a:t>
            </a:r>
          </a:p>
          <a:p>
            <a:r>
              <a:t>| [scripts/ui/ekg_renderer.gd](../scripts/ui/ekg_renderer.gd) | Unchanged | 31 |</a:t>
            </a:r>
          </a:p>
          <a:p>
            <a:r>
              <a:t>| [scripts/ui/hand_menu.gd](../scripts/ui/hand_menu.gd) | Changed | 773 |</a:t>
            </a:r>
          </a:p>
          <a:p>
            <a:r>
              <a:t>| [scripts/ui/info_panel.gd](../scripts/ui/info_panel.gd) | Changed | 111 |</a:t>
            </a:r>
          </a:p>
          <a:p>
            <a:r>
              <a:t>| [scripts/ui/qcpr_debug_panel.gd](../scripts/ui/qcpr_debug_panel.gd) | Unchanged | 217 |</a:t>
            </a:r>
          </a:p>
          <a:p>
            <a:r>
              <a:t>| [scripts/utils/performance_monitor.gd](../scripts/utils/performance_monitor.gd) | Unchanged | 34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Denis built the Godot/OpenXR application, scenario engine, patient and witnesses, audio/cloud framework, menus and feedback infrastructure.</a:t>
            </a:r>
          </a:p>
          <a:p>
            <a:r>
              <a:t>His setup already imported your hand-zone, compression detector and pose stabilizer. He also integrated an ArUco addon and settling placement.</a:t>
            </a:r>
          </a:p>
          <a:p>
            <a:r>
              <a:t>The merge adds your complete three-marker/startup/motion-gate path, restores your CPR display, connects Paul’s detector, and adds English and CCBM.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scripts/scenario/scenario_controller.gd; scripts/scenario/ccbm_bridge.gd; scripts/main.gd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cpr_witness_only: exclude AED actions and treatment performed by a virtual bystander. Anna stays; Marek and the AED scene instances are removed.</a:t>
            </a:r>
          </a:p>
          <a:p>
            <a:r>
              <a:t>observation_driven: hide routine progression buttons, such as responsiveness, breathing, ventilation and handover.</a:t>
            </a:r>
          </a:p>
          <a:p>
            <a:r>
              <a:t>Start, reset, calibration and audio controls remain. Physical compression events still come from your detector.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tools/setup_local_asr.sh; tools/start_local_asr.sh; tools/connect_local_speech.py; scripts/api/uni_api_client.gd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ASR answers: “What words were spoken?”</a:t>
            </a:r>
          </a:p>
          <a:p>
            <a:r>
              <a:t>The observation mapper/interpreter answers: “Was this a completed finding, a request, a question, or just conversation?”</a:t>
            </a:r>
          </a:p>
          <a:p>
            <a:r>
              <a:t>CCBM evaluates the observation history; Denis’s scenario guard checks the resulting action. Saying “I gave a breath” remains a reported action, not a sensor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Camera colour conversion → Paul’s detector → capture-time room pose</a:t>
            </a:r>
          </a:p>
          <a:p>
            <a:r>
              <a:t>→ marker_layout.gd: each marker reconstructs the same anchor</a:t>
            </a:r>
          </a:p>
          <a:p>
            <a:r>
              <a:t>→ startup_placement.gd: robust initial reference</a:t>
            </a:r>
          </a:p>
          <a:p>
            <a:r>
              <a:t>→ viewer_motion_gate.gd → original simple_pose_stabilizer.gd</a:t>
            </a:r>
          </a:p>
          <a:p>
            <a:r>
              <a:t>→ spatial_anchor.gd: saved alignment → Denis’s patient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assets/patient_overlay.gdshader; scripts/mannequin/mannequin_controller.gd. Screen-space coverage can show a visible pattern in XR.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Alignment: patient world pose = marker anchor × saved model offset. Controller nudges edit the relative position/rotation.</a:t>
            </a:r>
          </a:p>
          <a:p>
            <a:r>
              <a:t>Floor orientation: discard marker pitch/roll. Floor height/contact: separate reference-height and posed-model geometry handling. One does not guarantee the other.</a:t>
            </a:r>
          </a:p>
          <a:p>
            <a:r>
              <a:t>Optional fitting: target head-to-waist length and shoulder width can scale the model. Defaults are zero (disabled); scene scale 0.9 does not prove a measured torso match.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Denis: neck up to 28°; head up to 20°. Current merged code: 10° + 10°. The reduction was a prototype choice, not evidence that Denis’s animation was wrong.</a:t>
            </a:r>
          </a:p>
          <a:p>
            <a:r>
              <a:t>Recommendation: restore 28°/20° after checking the rig’s direction, while keeping the deliberate two-hand gesture trigger.</a:t>
            </a:r>
          </a:p>
          <a:p>
            <a:r>
              <a:t>These are local bone rotations. They do not prove the physical mannequin’s airway was opened.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Audio recording and playback mute the CPR metronome. English confirmations, recognized-text display, service status messages, controller nudging, save actions, witness positioning and accessible training controls are connected here. Virtual room/floor and colored hand meshes are not installed in the XR flow.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deterministic assessment/call/CPR/AED/recovery states, counts and allowed-action guards. Buttons could submit training actions.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adds two policy switches. Witness-only mode rejects AED actions and bystander-generated treatment events. Observation-driven mode hides routine clinical progression buttons through get_interface_actions() while retaining setup/reset controls. The original scenario guard still validates actions after CCBM acceptance. Logging accepts CCBM probability and spoken-report metadata. The summary identifies the focused exercise as cpr_single_witness_practice.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AED enums and implementation remain for the broader scenario; they are excluded in the selected mode. This is a focused CPR exercise, not Denis's full original AED simulation. Speech confirms reported findings, not physical technique. Physical compressions remain detector events.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Denis's original two-witness director remains in the repository. The current app instantiates a subclass instead, so presence of this file does not mean Marek or automated bystander compressions are active.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Overrides state/event handling: Anna arrives, urges action after waiting and responds to accepted responsiveness assessment. Stroke and intent callbacks do nothing. It never supplies compressions or fetches an AED. It deliberately reuses the original director's timing/audio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English fallback replies, English model prompting/response validation and a single_witness policy. In that mode, AED-fetch replies are suppressed and the prompt forbids another helper or witness-performed CPR. Its queue and dialogue-only separation are retained. Generated replies do not advance the scenario. Calm/thank replies update Anna's emotion, not proof of a learner action.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a cloud reply and a prerecorded fallback are different paths. Arbitrary conversation requires the configured LLM; local ASR alone does not provide open-ended dialogue. Legacy AED response dictionaries remain but are filtered in the active mode.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English is accepted throughout recording/playback. An empty capture buffer now returns zero level instead of retaining a stale loud value; this prevents a silence timer from being continually reset by old samples. Recording does not restart an already-playing microphone stream. An unscripted missing clip does not substitute an unrelated Anna calming line. Original microphone capture, voice activation, playback queue and prepared-clip support remain.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optional local ASR at http://127.0.0.1:8767/inference, a separate request with a 30-second timeout, no cloud credentials, no redirects and English transcription support. Denis's cloud completion/TTS/authentication framework remains. The local route is a USB-forwarded development deployment, not an independent speech recognizer running inside the Quest.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Normalizes speech and maps bounded statements/requests to structural action codes. Supports selected multi-sentence forms around a finding; does not mean every wording or pace is accepted. Speech cannot create a compression stroke.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English-only pending proposals last 30 seconds and are bound to the current scenario context. Yes/no applies only to an explicit pending proposal. A small list handles observed transcription mistakes and tentative statements. It is not a general fuzzy-match acceptance engine.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speech not handled by bounded matching, asks the configured LLM for an action, kind, result and verbatim supporting evidence. Validates the schema, evidence substring and expected result. Questions, intentions, ambiguous or contradictory statements cannot silently become completed treatment actions. Conversation is sent onward to Anna's dialogue system.</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findings: the interpreter has one in-flight request; speech arriving while busy gets clarification, not a queued interpretation. Without a configured LLM, unfamiliar wording receives clarification. English confirmation behavior is not mirrored completely in German/Polish. Recognition at different speaking rates and interruption during playback still needs recorded headset validation.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Sends structural observation history to an external worker. Requires a response identifying engine ccbm, the requested action and a finite probability at least 0.90. Then checks the action is still allowed by Denis's scenario. One request is allowed at a time; history is limited to 256 observations. Reset invalidates old responses. It records compression onset from accepted tracked strokes rather than sending every stroke over HTTP. Reported ventilation is still a spoken claim. Start does not require CCBM inference.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Added behavior model/problem/observation code and HTTP wrapper around the compiled CCBM worker on the PC/Linux runtime. The bridge is not itself the inference engine. Repeated breathing observations represent first/second breath in the model. Local speech/CCBM forwarding is configured by development tools.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0.90 is explicitly a prototype policy, not a threshold selected by data-driven validation. Endpoint/model availability and accepted exercise transitions must be checked during a full run. CCBM cannot prove a physical breath, correct hand position or correct airway maneuver from a spoken report.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profile loading and marker combination, used-marker evidence reporting and a switch for temporal filtering. Preserves marker size/ID configuration, tracking status and desktop preview. Chooses the migrated camera provider in the XR path. Combining markers uses the exact newest detection result, not unrelated stale poses. Unrecognized IDs are ignored by the layout.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Retains CameraServer capture, background detection and capture-time head-pose world conversion. Uses the imported detector's detect_markers() when present, explicitly selects 4x4/50, passes configured physical marker sizes and retains the existing intrinsics. Identity head pose is passed to detection; the saved head transform is applied once. Old API fallback remains.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explicit lens compatibility correction logged as identity on the headset: the suspected inverse difference was ruled out. Diagnostic PNG saving is off. Detection timing is periodically logged. Camera latency remains a fixed 50 ms estimate; the addon's accurate CameraX timestamp path is not integrated here.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Combines luminance/chroma camera textures and classifies blue to white and orange to black before detection. Full-resolution processing remains enabled for colored markers. Lighting, printing and color thresholds can still affect detection; this is not proof that all resolutions were optimized.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CPU fallback for non-GPU images, with RGB hue classification and luminance fallback handling. Unit tests cover mapping and image handling; these are not a hardware lighting benchmark.</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Loads calibrated marker-to-common transforms and a common-to-sternum bridge. Each visible marker reconstructs the same anchor; translations are averaged and sign-aligned quaternions combined. Reports position spread. Optional floor orientation removes pitch/roll; it does not place the mesh bottom on the floor.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Robust coordinate-median position and measured rotation medoid. Starts checking after 30 independent readings, at three-reading checkpoints, with 1.5 mm / 1-degree estimate stability; four stable comparisons permit earliest acceptance at 42 readings. A 100-reading fallback exists. Faster detection changes the wall-clock duration of observation-count rules.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Holds during head movement using a 0.3 s head window, 0.15 m/s and 20 degrees/s, then 0.5 s settling. Five readings learn viewpoint bias within 10 cm AND 10 degrees. Small updates are held beyond 1.8 m; a 30 cm OR 25-degree change with three full-evidence detections has an override. These heuristic constants were retained, not newly proved optimal by this review. The experimental blanket partial-marker hold was removed at the user's request.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Denis's original one-marker 1.5 s settling/mean path remains for desktop. The headset uses the robust startup and viewer gate. Model offset and save/load compatibility remain. Adds floor reference/geometry handling, model orientation, opacity persistence, height preservation and explicit reposition resets.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Version 42 finally configures the original filter: window 5, position dead zone 20 mm, rotation dead zone 0.3 degrees, smoothing 1.2 s, prior 2 s; stable endpoint checks 1.5 mm / 1 degree over 3 observations and relocation floors 80 mm / 8 degrees. A separate remembered rest pose is used and stable components can re-anchor independently. Earlier statements that the script's presence meant the full original policy was active were incomplete.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White marker-center dot, labeled ID and 5 cm RGB axes on raw world marker poses, before patient/layout offsets. Hides after 500 ms without detection. Depth-test bypass keeps it readable through the patient. Raw gizmo jitter is intentional.</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floor-height helpers respecting active tracking spaces, reference transforms and live tracked room-anchor positions. Original XR/scene integration remains. room_anchor.gd itself is unchanged.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three issues should not be conflated: marker pose alignment, mesh alignment offset, and stationary smoothing. A floor orientation constraint is also different from physical mesh-floor contact. Current gate heuristics and 50 ms camera timing can still cause viewpoint-dependent shifts. Real movement, occlusion and rest reacquisition need hardware checks without inventing offsets.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Denis already instantiated the upstream hand-zone/stroke detector. Changes now attach the original CPR HUD to the XR camera; use its BPM interval source rather than a separate adapter calculation; retain the original zone dimensions; enable metronome except while audio is busy; reset the 0–30 practice count for a new cycle. The standalone automatic breathing-pause scheduler stays disabled because the scenario owns the breathing events.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practice display/zone appears after patient placement, but only CPR-stage strokes receive exercise credit. Adds controller trigger menu clicks while retaining hand pinch/poke input. Controllers do not generate physical CPR counts.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cpr_hand_zone.gd/.tscn, cpr_motion_session.gd, cpr_metronome.gd and the target guide originated in the user's project and were already dependencies of Denis's application. cpr_feedback_hud.gd was brought into this runtime for the original 0–30 count, pace needle, depth bar and coaching. The stabilizer script matches the original project; the important latest change is its configuration and rest-pose use in the spatial anchor.</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depth is hand excursion, not measured mannequin compression depth. Speech cannot add compression counts. The existing sensor modules would need real hardware/plugin connection for verified depth/recoil/ventilation data.</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optional anatomical fitting, resized mouth/forehead targets and neutral gesture landmarks. Fit dimensions default to zero; scene model scale is 0.9. Therefore the presence of fitting code does not establish a measured mannequin match. Preserve the actual physical torso dimensions when assessing fit.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body overlay materials using assets/patient_overlay.gdshader; head region stays solid to avoid seeing teeth/eyeballs through facial skin. Body opacity uses a 4x4 screen-space coverage mask instead of layered alpha blending. Pallor updates preserve material alpha. A pattern can remain visible, especially in XR.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Important exact difference: current head-tilt limits are 10 degrees neck and 10 degrees head. Denis's baseline uses 28 and 20. These values are not the same, even though earlier conversation discussed retaining Denis's angles.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separate tracked hands: forehead palm within 6 cm, other index tip within 4.5 cm of chin; 0.35 s positioning; coordinated movement within 2 s, sustained 0.12 s; 0.25 s lost-tracking grace. Limits are provisional. It triggers animation only and does not score or confirm actual airway opening. Replaces Denis's one-palm-within-10-cm trigger.</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AED device, breathing system, bystander controller, heart system, pupil system, ragdoll and rig animator retain upstream implementations. Whether each is active depends on composition. AED code remains inactive in the focused exercise; retained physiological displays are simulations, not sensed patient physiology.</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English scenario/action lines and UI translation mapping, three-language selection and some English communication intents. Denis's DE/PL content remains. Missing UI translation keys fall back to German, so full English coverage is not guaranteed merely by selecting EN.</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Larger direct training, language, microphone and voice-test controls alongside the wrist-menu infrastructure. Uses observation-driven action lists. Language and active-state feedback turn green; momentary actions flash rather than remaining selected. Some visible strings remain English regardless of language.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Retains XYZ and Euler rotation preview through the model offset, preserves scale, and gates saving on startup placement. Removed marker geometry, scan visibility and model-scale controls. Later requests added language/start/audio/microphone controls outside scrolling, plus body transparency and floor adjustment fields. It is therefore broader than the earlier requested minimal six-field panel. Close keeps preview; Save writes it. Y controls can be disabled when floor locked. Hard-coded English messages need localization review.</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next-step/example phrases and hand-compression display. Helps the learner understand expected observations instead of requiring hidden action buttons. Remaining literal English strings require DE/PL checks.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Adds EN selection and localized labels, hides QCPR simulator button, uses observation-driven available UI actions and labels hand depth as an estimate. Desktop/simulation utilities remain; their presence is not headset sensor support.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Skips missing-AED feedback in witness-only mode, adapts the final advice for that scenario and routes localization through the language helper. This file changes what is displayed; it does not replace the scoring or session-log engine.</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score_tracker.gd and session_logger.gd are unchanged upstream. The input events and scenario metadata are extended, so their output can differ even without editing the files. Full results should be checked for a no-AED, speech-report session. Numeric verified-quality scores must not imply measured chest depth.</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ekg_system.gd and ekg_renderer.gd are unchanged. performance_monitor.gd is unchanged. The QCPR backend, real BLE adapter, constants, packet parser, manager, simulated backend and QCPR debug panel are unchanged source; current main does not start their runtime. Native BLE availability is a separate integration task.</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scenes/main.tscn: selects data/user_marker_layout.cfg, supplies the default 180-degree X model orientation, and removes the AED and Marek scene instances. This is an actual scene change, not just hiding their buttons. - scenes/mannequin.tscn: sets the human model scale to 0.9. Saved model offsets can add their own transform, so the scene scale alone is not a torso measurement. - assets/patient_overlay.gdshader: new opaque-depth coverage shader with a solid head region; discussed in section 8. - addons/opencv_aruco: imported from Paul's addon-port branch, commit 729f8c0, with new packaged native libraries/API and export guard. It is a selective addon port, not replacement of Denis's whole project. Its standalone timestamped CameraX tracker is not the active camera provider. - project.godot: the OpenCV editor-plugin section was moved; comparison with this baseline does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show a new XR-reference-space policy in this file. - export_presets.cfg: installed build identifies as code 42, 0.3.40-original-stabilizer; application package remains the same so replace installation preserves user data. - English script/audio and service setup tools are additions. Service settings are runtime/device configuration, not evidence that all required servers are bundled in the APK. No credential values are included in this review.</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determined].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focused].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[helpful].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[urgent].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[helpful].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[out of breath].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[urgent].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clear].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[urgent, firm].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[calm, supportive].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[relieved].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data/bystander_lines.json; style: [urgent, determined]. Trigger: bystander_director.gd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scripts/ai/audio_manager.gd  •  Changed  •  386</a:t>
            </a:r>
          </a:p>
          <a:p>
            <a:r>
              <a:t>scripts/ai/language_manager.gd  •  Changed  •  260</a:t>
            </a:r>
          </a:p>
          <a:p>
            <a:r>
              <a:t>scripts/ai/llm_orchestrator.gd  •  Changed  •  142</a:t>
            </a:r>
          </a:p>
          <a:p>
            <a:r>
              <a:t>scripts/ai/observation_interpreter.gd  •  Added  •  76</a:t>
            </a:r>
          </a:p>
          <a:p>
            <a:r>
              <a:t>scripts/api/uni_api_client.gd  •  Changed  •  219</a:t>
            </a:r>
          </a:p>
          <a:p>
            <a:r>
              <a:t>scripts/ekg/ekg_system.gd  •  Unchanged  •  71</a:t>
            </a:r>
          </a:p>
          <a:p>
            <a:r>
              <a:t>scripts/feedback/score_tracker.gd  •  Unchanged  •  59</a:t>
            </a:r>
          </a:p>
          <a:p>
            <a:r>
              <a:t>scripts/feedback/session_logger.gd  •  Unchanged  •  64</a:t>
            </a:r>
          </a:p>
          <a:p>
            <a:r>
              <a:t>scripts/main.gd  •  Changed  •  856</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scripts/mannequin/aed_device.gd  •  Unchanged  •  547</a:t>
            </a:r>
          </a:p>
          <a:p>
            <a:r>
              <a:t>scripts/mannequin/breathing_system.gd  •  Unchanged  •  44</a:t>
            </a:r>
          </a:p>
          <a:p>
            <a:r>
              <a:t>scripts/mannequin/bystander_controller.gd  •  Unchanged  •  218</a:t>
            </a:r>
          </a:p>
          <a:p>
            <a:r>
              <a:t>scripts/mannequin/heart_system.gd  •  Unchanged  •  68</a:t>
            </a:r>
          </a:p>
          <a:p>
            <a:r>
              <a:t>scripts/mannequin/mannequin_controller.gd  •  Changed  •  312</a:t>
            </a:r>
          </a:p>
          <a:p>
            <a:r>
              <a:t>scripts/mannequin/pupil_system.gd  •  Unchanged  •  23</a:t>
            </a:r>
          </a:p>
          <a:p>
            <a:r>
              <a:t>scripts/mannequin/ragdoll.gd  •  Unchanged  •  383</a:t>
            </a:r>
          </a:p>
          <a:p>
            <a:r>
              <a:t>scripts/mannequin/rig_animator.gd  •  Unchanged  •  379</a:t>
            </a:r>
          </a:p>
          <a:p>
            <a:r>
              <a:t>scripts/qcpr/qcpr_backend.gd  •  Unchanged  •  69</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scripts/qcpr/qcpr_ble_real_backend.gd  •  Unchanged  •  168</a:t>
            </a:r>
          </a:p>
          <a:p>
            <a:r>
              <a:t>scripts/qcpr/qcpr_constants.gd  •  Unchanged  •  179</a:t>
            </a:r>
          </a:p>
          <a:p>
            <a:r>
              <a:t>scripts/qcpr/qcpr_manager.gd  •  Unchanged  •  195</a:t>
            </a:r>
          </a:p>
          <a:p>
            <a:r>
              <a:t>scripts/qcpr/qcpr_packet.gd  •  Unchanged  •  259</a:t>
            </a:r>
          </a:p>
          <a:p>
            <a:r>
              <a:t>scripts/qcpr/simulated_manikin_backend.gd  •  Unchanged  •  478</a:t>
            </a:r>
          </a:p>
          <a:p>
            <a:r>
              <a:t>scripts/scenario/bystander_director.gd  •  Unchanged  •  498</a:t>
            </a:r>
          </a:p>
          <a:p>
            <a:r>
              <a:t>scripts/scenario/ccbm_bridge.gd  •  Added  •  120</a:t>
            </a:r>
          </a:p>
          <a:p>
            <a:r>
              <a:t>scripts/scenario/scenario_controller.gd  •  Changed  •  371</a:t>
            </a:r>
          </a:p>
          <a:p>
            <a:r>
              <a:t>scripts/scenario/single_witness_director.gd  •  Added  •  25</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scripts/scenario/speech_confirmation.gd  •  Added  •  48</a:t>
            </a:r>
          </a:p>
          <a:p>
            <a:r>
              <a:t>scripts/scenario/spoken_observation.gd  •  Added  •  70</a:t>
            </a:r>
          </a:p>
          <a:p>
            <a:r>
              <a:t>scripts/tracking/aruco_tracker.gd  •  Changed  •  207</a:t>
            </a:r>
          </a:p>
          <a:p>
            <a:r>
              <a:t>scripts/tracking/colored_camera.gdshader  •  Added  •  28</a:t>
            </a:r>
          </a:p>
          <a:p>
            <a:r>
              <a:t>scripts/tracking/colored_marker_image.gd  •  Added  •  27</a:t>
            </a:r>
          </a:p>
          <a:p>
            <a:r>
              <a:t>scripts/tracking/head_tilt_gesture.gd  •  Added  •  90</a:t>
            </a:r>
          </a:p>
          <a:p>
            <a:r>
              <a:t>scripts/tracking/marker_layout.gd  •  Added  •  104</a:t>
            </a:r>
          </a:p>
          <a:p>
            <a:r>
              <a:t>scripts/tracking/marker_pose_gizmo.gd  •  Added  •  42</a:t>
            </a:r>
          </a:p>
          <a:p>
            <a:r>
              <a:t>scripts/tracking/openxr_setup.gd  •  Changed  •  70</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scripts/tracking/room_anchor.gd  •  Unchanged  •  7</a:t>
            </a:r>
          </a:p>
          <a:p>
            <a:r>
              <a:t>scripts/tracking/room_layout.gd  •  Changed  •  178</a:t>
            </a:r>
          </a:p>
          <a:p>
            <a:r>
              <a:t>scripts/tracking/spatial_anchor.gd  •  Changed  •  357</a:t>
            </a:r>
          </a:p>
          <a:p>
            <a:r>
              <a:t>scripts/tracking/startup_placement.gd  •  Added  •  99</a:t>
            </a:r>
          </a:p>
          <a:p>
            <a:r>
              <a:t>scripts/tracking/user_camera_provider.gd  •  Added  •  434</a:t>
            </a:r>
          </a:p>
          <a:p>
            <a:r>
              <a:t>scripts/tracking/viewer_motion_gate.gd  •  Added  •  156</a:t>
            </a:r>
          </a:p>
          <a:p>
            <a:r>
              <a:t>scripts/tracking/xr_interaction.gd  •  Changed  •  466</a:t>
            </a:r>
          </a:p>
          <a:p>
            <a:r>
              <a:t>scripts/ui/briefing_panel.gd  •  Changed  •  149</a:t>
            </a:r>
          </a:p>
          <a:p>
            <a:r>
              <a:t>scripts/ui/calibration_panel.gd  •  Changed  •  219</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scripts/ui/dashboard.gd  •  Changed  •  364</a:t>
            </a:r>
          </a:p>
          <a:p>
            <a:r>
              <a:t>scripts/ui/ekg_renderer.gd  •  Unchanged  •  31</a:t>
            </a:r>
          </a:p>
          <a:p>
            <a:r>
              <a:t>scripts/ui/hand_menu.gd  •  Changed  •  773</a:t>
            </a:r>
          </a:p>
          <a:p>
            <a:r>
              <a:t>scripts/ui/info_panel.gd  •  Changed  •  111</a:t>
            </a:r>
          </a:p>
          <a:p>
            <a:r>
              <a:t>scripts/ui/qcpr_debug_panel.gd  •  Unchanged  •  217</a:t>
            </a:r>
          </a:p>
          <a:p>
            <a:r>
              <a:t>scripts/utils/performance_monitor.gd  •  Unchanged  •  34</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Placement: stationary mannequin, head motion, marker loss, restart and recenter; verify saved nudges and floor height.</a:t>
            </a:r>
          </a:p>
          <a:p>
            <a:r>
              <a:t>Exercise: full English run with natural multi-sentence speech, interruptions, 30 compressions, two reported breaths and handover; then German/Polish.</a:t>
            </a:r>
          </a:p>
          <a:p>
            <a:r>
              <a:t>Deployment: PC/USB ASR and CCBM remain development dependencies. Connect real mannequin sensors if verified depth/recoil/ventilation are required.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Denis's upstream app versus the final merged app</a:t>
            </a:r>
          </a:p>
          <a:p>
            <a:endParaRPr/>
          </a:p>
          <a:p>
            <a:r>
              <a:t>Reviewed 8 October 2026. Baseline: upstream `origin/main`, commit `9d880a1`</a:t>
            </a:r>
          </a:p>
          <a:p>
            <a:r>
              <a:t>(28 September 2026), from NaReT-Nachbarsprache-wird-reanimiert/naret-xr-app.</a:t>
            </a:r>
          </a:p>
          <a:p>
            <a:r>
              <a:t>Compared against the current working tree and the code used for installed</a:t>
            </a:r>
          </a:p>
          <a:p>
            <a:r>
              <a:t>version 42, `0.3.40-original-stabilizer`. This includes uncommitted and untracked</a:t>
            </a:r>
          </a:p>
          <a:p>
            <a:r>
              <a:t>files; it is not a comparison of two published releases. No changes were pushed.</a:t>
            </a:r>
          </a:p>
          <a:p>
            <a:endParaRPr/>
          </a:p>
          <a:p>
            <a:r>
              <a:t>## Executive assessment</a:t>
            </a:r>
          </a:p>
          <a:p>
            <a:endParaRPr/>
          </a:p>
          <a:p>
            <a:r>
              <a:t>Denis supplied the application architecture, patient/witness presentation,</a:t>
            </a:r>
          </a:p>
          <a:p>
            <a:r>
              <a:t>scenario engine, audio/cloud framework, interface, and feedback infrastructure.</a:t>
            </a:r>
          </a:p>
          <a:p>
            <a:r>
              <a:t>His dependency setup already imported the user's compression/hand-zone code</a:t>
            </a:r>
          </a:p>
          <a:p>
            <a:r>
              <a:t>and `simple_pose_stabilizer.gd`. Those were not invented during this merge.</a:t>
            </a:r>
          </a:p>
          <a:p>
            <a:r>
              <a:t>He also already integrated an external ArUco addon.</a:t>
            </a:r>
          </a:p>
          <a:p>
            <a:endParaRPr/>
          </a:p>
          <a:p>
            <a:r>
              <a:t>The merge changes the headset placement pipeline, connects the original CPR</a:t>
            </a:r>
          </a:p>
          <a:p>
            <a:r>
              <a:t>display, narrows the exercise to one witness without AED, adds English, and</a:t>
            </a:r>
          </a:p>
          <a:p>
            <a:r>
              <a:t>routes reported exercise actions through a new CCBM bridge. Paul's imported</a:t>
            </a:r>
          </a:p>
          <a:p>
            <a:r>
              <a:t>addon supplies the newer detector. The latest fix activates the user's tuned</a:t>
            </a:r>
          </a:p>
          <a:p>
            <a:r>
              <a:t>stabilizer settings and rest-pose policy, which had been missing in the adapter.</a:t>
            </a:r>
          </a:p>
          <a:p>
            <a:endParaRPr/>
          </a:p>
          <a:p>
            <a:r>
              <a:t>Source inspection establishes implementation, not correct behavior on hardware.</a:t>
            </a:r>
          </a:p>
          <a:p>
            <a:r>
              <a:t>All 24 application test suites passed in the latest run, with the Windows-native</a:t>
            </a:r>
          </a:p>
          <a:p>
            <a:r>
              <a:t>detector excluded. The imported Windows DLL is blocked by Application Control.</a:t>
            </a:r>
          </a:p>
          <a:p>
            <a:r>
              <a:t>Android detection was observed previously with all three colored markers.</a:t>
            </a:r>
          </a:p>
          <a:p>
            <a:r>
              <a:t>The latest restored stabilizer still needs the user's stationary/head-motion</a:t>
            </a:r>
          </a:p>
          <a:p>
            <a:r>
              <a:t>check; this review does not claim the entire exercise is finished.</a:t>
            </a:r>
          </a:p>
          <a:p>
            <a:endParaRPr/>
          </a:p>
          <a:p>
            <a:r>
              <a:t>## 1. Composition and ownership — scripts/main.gd</a:t>
            </a:r>
          </a:p>
          <a:p>
            <a:endParaRPr/>
          </a:p>
          <a:p>
            <a:r>
              <a:t>**Before:** constructed Denis's scenario, QCPR manager, EKG, AED, two-witness</a:t>
            </a:r>
          </a:p>
          <a:p>
            <a:r>
              <a:t>director, cloud/audio modules, tracker, interaction, room layout and UI.</a:t>
            </a:r>
          </a:p>
          <a:p>
            <a:endParaRPr/>
          </a:p>
          <a:p>
            <a:r>
              <a:t>**Now:** sets `cpr_witness_only` and `observation_driven`; constructs the CCBM</a:t>
            </a:r>
          </a:p>
          <a:p>
            <a:r>
              <a:t>bridge and observation interpreter; instantiates a single-witness director with</a:t>
            </a:r>
          </a:p>
          <a:p>
            <a:r>
              <a:t>Anna and null second rescuer/AED references. EKG and patient systems remain.</a:t>
            </a:r>
          </a:p>
          <a:p>
            <a:r>
              <a:t>The current startup does not instantiate QCPR manager or the AED object.</a:t>
            </a:r>
          </a:p>
          <a:p>
            <a:endParaRPr/>
          </a:p>
          <a:p>
            <a:r>
              <a:t>The tracker receives the marker-layout profile. On the headset, the spatial</a:t>
            </a:r>
          </a:p>
          <a:p>
            <a:r>
              <a:t>anchor receives the viewer head and the tracker-level temporal filter is</a:t>
            </a:r>
          </a:p>
          <a:p>
            <a:r>
              <a:t>disabled so the anchor owns stabilization. This avoids two filter stages.</a:t>
            </a:r>
          </a:p>
          <a:p>
            <a:endParaRPr/>
          </a:p>
          <a:p>
            <a:r>
              <a:t>Audio recording and playback mute the CPR metronome. English confirmations,</a:t>
            </a:r>
          </a:p>
          <a:p>
            <a:r>
              <a:t>recognized-text display, service status messages, controller nudging, save</a:t>
            </a:r>
          </a:p>
          <a:p>
            <a:r>
              <a:t>actions, witness positioning and accessible training controls are connected here.</a:t>
            </a:r>
          </a:p>
          <a:p>
            <a:r>
              <a:t>Virtual room/floor and colored hand meshes are not installed in the XR flow.</a:t>
            </a:r>
          </a:p>
          <a:p>
            <a:endParaRPr/>
          </a:p>
          <a:p>
            <a:r>
              <a:t>**Review:** this remains the largest integration file. AED/QCPR declarations and</a:t>
            </a:r>
          </a:p>
          <a:p>
            <a:r>
              <a:t>legacy branches remain even though those systems are not instantiated. They are</a:t>
            </a:r>
          </a:p>
          <a:p>
            <a:r>
              <a:t>inactive leftovers, not evidence that real QCPR measurements are connected.</a:t>
            </a:r>
          </a:p>
          <a:p>
            <a:r>
              <a:t>Start requires placement and saved calibration. Exact headset use should be</a:t>
            </a:r>
          </a:p>
          <a:p>
            <a:r>
              <a:t>tested in one complete run rather than inferred from individual functions.</a:t>
            </a:r>
          </a:p>
          <a:p>
            <a:endParaRPr/>
          </a:p>
          <a:p>
            <a:r>
              <a:t>## 2. Scenario — scripts/scenario/scenario_controller.gd</a:t>
            </a:r>
          </a:p>
          <a:p>
            <a:endParaRPr/>
          </a:p>
          <a:p>
            <a:r>
              <a:t>**Before:** deterministic assessment/call/CPR/AED/recovery states, counts and</a:t>
            </a:r>
          </a:p>
          <a:p>
            <a:r>
              <a:t>allowed-action guards. Buttons could submit training actions.</a:t>
            </a:r>
          </a:p>
          <a:p>
            <a:endParaRPr/>
          </a:p>
          <a:p>
            <a:r>
              <a:t>**Now:** adds two policy switches. Witness-only mode rejects AED actions and</a:t>
            </a:r>
          </a:p>
          <a:p>
            <a:r>
              <a:t>bystander-generated treatment events. Observation-driven mode hides routine</a:t>
            </a:r>
          </a:p>
          <a:p>
            <a:r>
              <a:t>clinical progression buttons through `get_interface_actions()` while retaining</a:t>
            </a:r>
          </a:p>
          <a:p>
            <a:r>
              <a:t>setup/reset controls. The original scenario guard still validates actions after</a:t>
            </a:r>
          </a:p>
          <a:p>
            <a:r>
              <a:t>CCBM acceptance. Logging accepts CCBM probability and spoken-report metadata.</a:t>
            </a:r>
          </a:p>
          <a:p>
            <a:r>
              <a:t>The summary identifies the focused exercise as `cpr_single_witness_practice`.</a:t>
            </a:r>
          </a:p>
          <a:p>
            <a:endParaRPr/>
          </a:p>
          <a:p>
            <a:r>
              <a:t>**Review:** AED enums and implementation remain for the broader scenario; they</a:t>
            </a:r>
          </a:p>
          <a:p>
            <a:r>
              <a:t>are excluded in the selected mode. This is a focused CPR exercise, not Denis's</a:t>
            </a:r>
          </a:p>
          <a:p>
            <a:r>
              <a:t>full original AED simulation. Speech confirms reported findings, not physical</a:t>
            </a:r>
          </a:p>
          <a:p>
            <a:r>
              <a:t>technique. Physical compressions remain detector events.</a:t>
            </a:r>
          </a:p>
          <a:p>
            <a:endParaRPr/>
          </a:p>
          <a:p>
            <a:r>
              <a:t>## 3. Witnesses and conversation</a:t>
            </a:r>
          </a:p>
          <a:p>
            <a:endParaRPr/>
          </a:p>
          <a:p>
            <a:r>
              <a:t>### scripts/scenario/bystander_director.gd — unchanged upstream implementation</a:t>
            </a:r>
          </a:p>
          <a:p>
            <a:endParaRPr/>
          </a:p>
          <a:p>
            <a:r>
              <a:t>Denis's original two-witness director remains in the repository. The current</a:t>
            </a:r>
          </a:p>
          <a:p>
            <a:r>
              <a:t>app instantiates a subclass instead, so presence of this file does not mean</a:t>
            </a:r>
          </a:p>
          <a:p>
            <a:r>
              <a:t>Marek or automated bystander compressions are active.</a:t>
            </a:r>
          </a:p>
          <a:p>
            <a:endParaRPr/>
          </a:p>
          <a:p>
            <a:r>
              <a:t>### scripts/scenario/single_witness_director.gd — new</a:t>
            </a:r>
          </a:p>
          <a:p>
            <a:endParaRPr/>
          </a:p>
          <a:p>
            <a:r>
              <a:t>Overrides state/event handling: Anna arrives, urges action after waiting and</a:t>
            </a:r>
          </a:p>
          <a:p>
            <a:r>
              <a:t>responds to accepted responsiveness assessment. Stroke and intent callbacks</a:t>
            </a:r>
          </a:p>
          <a:p>
            <a:r>
              <a:t>do nothing. It never supplies compressions or fetches an AED. It deliberately</a:t>
            </a:r>
          </a:p>
          <a:p>
            <a:r>
              <a:t>reuses the original director's timing/audio infrastructure.</a:t>
            </a:r>
          </a:p>
          <a:p>
            <a:endParaRPr/>
          </a:p>
          <a:p>
            <a:r>
              <a:t>### scripts/ai/llm_orchestrator.gd — modified</a:t>
            </a:r>
          </a:p>
          <a:p>
            <a:endParaRPr/>
          </a:p>
          <a:p>
            <a:r>
              <a:t>Adds English fallback replies, English model prompting/response validation and</a:t>
            </a:r>
          </a:p>
          <a:p>
            <a:r>
              <a:t>a `single_witness` policy. In that mode, AED-fetch replies are suppressed and</a:t>
            </a:r>
          </a:p>
          <a:p>
            <a:r>
              <a:t>the prompt forbids another helper or witness-performed CPR. Its queue and</a:t>
            </a:r>
          </a:p>
          <a:p>
            <a:r>
              <a:t>dialogue-only separation are retained. Generated replies do not advance the</a:t>
            </a:r>
          </a:p>
          <a:p>
            <a:r>
              <a:t>scenario. Calm/thank replies update Anna's emotion, not proof of a learner action.</a:t>
            </a:r>
          </a:p>
          <a:p>
            <a:endParaRPr/>
          </a:p>
          <a:p>
            <a:r>
              <a:t>**Review:** a cloud reply and a prerecorded fallback are different paths.</a:t>
            </a:r>
          </a:p>
          <a:p>
            <a:r>
              <a:t>Arbitrary conversation requires the configured LLM; local ASR alone does not</a:t>
            </a:r>
          </a:p>
          <a:p>
            <a:r>
              <a:t>provide open-ended dialogue. Legacy AED response dictionaries remain but are</a:t>
            </a:r>
          </a:p>
          <a:p>
            <a:r>
              <a:t>filtered in the active mode.</a:t>
            </a:r>
          </a:p>
          <a:p>
            <a:endParaRPr/>
          </a:p>
          <a:p>
            <a:r>
              <a:t>## 4. Microphone, recognition and action interpretation</a:t>
            </a:r>
          </a:p>
          <a:p>
            <a:endParaRPr/>
          </a:p>
          <a:p>
            <a:r>
              <a:t>### scripts/ai/audio_manager.gd — modified</a:t>
            </a:r>
          </a:p>
          <a:p>
            <a:endParaRPr/>
          </a:p>
          <a:p>
            <a:r>
              <a:t>English is accepted throughout recording/playback. An empty capture buffer now</a:t>
            </a:r>
          </a:p>
          <a:p>
            <a:r>
              <a:t>returns zero level instead of retaining a stale loud value; this prevents a</a:t>
            </a:r>
          </a:p>
          <a:p>
            <a:r>
              <a:t>silence timer from being continually reset by old samples. Recording does not</a:t>
            </a:r>
          </a:p>
          <a:p>
            <a:r>
              <a:t>restart an already-playing microphone stream. An unscripted missing clip does</a:t>
            </a:r>
          </a:p>
          <a:p>
            <a:r>
              <a:t>not substitute an unrelated Anna calming line. Original microphone capture,</a:t>
            </a:r>
          </a:p>
          <a:p>
            <a:r>
              <a:t>voice activation, playback queue and prepared-clip support remain.</a:t>
            </a:r>
          </a:p>
          <a:p>
            <a:endParaRPr/>
          </a:p>
          <a:p>
            <a:r>
              <a:t>### scripts/api/uni_api_client.gd — modified</a:t>
            </a:r>
          </a:p>
          <a:p>
            <a:endParaRPr/>
          </a:p>
          <a:p>
            <a:r>
              <a:t>Adds optional local ASR at `http://127.0.0.1:8767/inference`, a separate request</a:t>
            </a:r>
          </a:p>
          <a:p>
            <a:r>
              <a:t>with a 30-second timeout, no cloud credentials, no redirects and English</a:t>
            </a:r>
          </a:p>
          <a:p>
            <a:r>
              <a:t>transcription support. Denis's cloud completion/TTS/authentication framework</a:t>
            </a:r>
          </a:p>
          <a:p>
            <a:r>
              <a:t>remains. The local route is a USB-forwarded development deployment, not an</a:t>
            </a:r>
          </a:p>
          <a:p>
            <a:r>
              <a:t>independent speech recognizer running inside the Quest.</a:t>
            </a:r>
          </a:p>
          <a:p>
            <a:endParaRPr/>
          </a:p>
          <a:p>
            <a:r>
              <a:t>### scripts/scenario/spoken_observation.gd — new</a:t>
            </a:r>
          </a:p>
          <a:p>
            <a:endParaRPr/>
          </a:p>
          <a:p>
            <a:r>
              <a:t>Normalizes speech and maps bounded statements/requests to structural action</a:t>
            </a:r>
          </a:p>
          <a:p>
            <a:r>
              <a:t>codes. Supports selected multi-sentence forms around a finding; does not mean</a:t>
            </a:r>
          </a:p>
          <a:p>
            <a:r>
              <a:t>every wording or pace is accepted. Speech cannot create a compression stroke.</a:t>
            </a:r>
          </a:p>
          <a:p>
            <a:endParaRPr/>
          </a:p>
          <a:p>
            <a:r>
              <a:t>### scripts/scenario/speech_confirmation.gd — new</a:t>
            </a:r>
          </a:p>
          <a:p>
            <a:endParaRPr/>
          </a:p>
          <a:p>
            <a:r>
              <a:t>English-only pending proposals last 30 seconds and are bound to the current</a:t>
            </a:r>
          </a:p>
          <a:p>
            <a:r>
              <a:t>scenario context. Yes/no applies only to an explicit pending proposal. A small</a:t>
            </a:r>
          </a:p>
          <a:p>
            <a:r>
              <a:t>list handles observed transcription mistakes and tentative statements. It is</a:t>
            </a:r>
          </a:p>
          <a:p>
            <a:r>
              <a:t>not a general fuzzy-match acceptance engine.</a:t>
            </a:r>
          </a:p>
          <a:p>
            <a:endParaRPr/>
          </a:p>
          <a:p>
            <a:r>
              <a:t>### scripts/ai/observation_interpreter.gd — new</a:t>
            </a:r>
          </a:p>
          <a:p>
            <a:endParaRPr/>
          </a:p>
          <a:p>
            <a:r>
              <a:t>For speech not handled by bounded matching, asks the configured LLM for an</a:t>
            </a:r>
          </a:p>
          <a:p>
            <a:r>
              <a:t>action, kind, result and verbatim supporting evidence. Validates the schema,</a:t>
            </a:r>
          </a:p>
          <a:p>
            <a:r>
              <a:t>evidence substring and expected result. Questions, intentions, ambiguous or</a:t>
            </a:r>
          </a:p>
          <a:p>
            <a:r>
              <a:t>contradictory statements cannot silently become completed treatment actions.</a:t>
            </a:r>
          </a:p>
          <a:p>
            <a:r>
              <a:t>Conversation is sent onward to Anna's dialogue system.</a:t>
            </a:r>
          </a:p>
          <a:p>
            <a:endParaRPr/>
          </a:p>
          <a:p>
            <a:r>
              <a:t>**Review findings:** the interpreter has one in-flight request; speech arriving</a:t>
            </a:r>
          </a:p>
          <a:p>
            <a:r>
              <a:t>while busy gets clarification, not a queued interpretation. Without a configured</a:t>
            </a:r>
          </a:p>
          <a:p>
            <a:r>
              <a:t>LLM, unfamiliar wording receives clarification. English confirmation behavior</a:t>
            </a:r>
          </a:p>
          <a:p>
            <a:r>
              <a:t>is not mirrored completely in German/Polish. Recognition at different speaking</a:t>
            </a:r>
          </a:p>
          <a:p>
            <a:r>
              <a:t>rates and interruption during playback still needs recorded headset validation.</a:t>
            </a:r>
          </a:p>
          <a:p>
            <a:endParaRPr/>
          </a:p>
          <a:p>
            <a:r>
              <a:t>## 5. CCBM — new, not part of Denis's baseline</a:t>
            </a:r>
          </a:p>
          <a:p>
            <a:endParaRPr/>
          </a:p>
          <a:p>
            <a:r>
              <a:t>### scripts/scenario/ccbm_bridge.gd</a:t>
            </a:r>
          </a:p>
          <a:p>
            <a:endParaRPr/>
          </a:p>
          <a:p>
            <a:r>
              <a:t>Sends structural observation history to an external worker. Requires a response</a:t>
            </a:r>
          </a:p>
          <a:p>
            <a:r>
              <a:t>identifying engine `ccbm`, the requested action and a finite probability at</a:t>
            </a:r>
          </a:p>
          <a:p>
            <a:r>
              <a:t>least 0.90. Then checks the action is still allowed by Denis's scenario. One</a:t>
            </a:r>
          </a:p>
          <a:p>
            <a:r>
              <a:t>request is allowed at a time; history is limited to 256 observations. Reset</a:t>
            </a:r>
          </a:p>
          <a:p>
            <a:r>
              <a:t>invalidates old responses. It records compression onset from accepted tracked</a:t>
            </a:r>
          </a:p>
          <a:p>
            <a:r>
              <a:t>strokes rather than sending every stroke over HTTP. Reported ventilation is</a:t>
            </a:r>
          </a:p>
          <a:p>
            <a:r>
              <a:t>still a spoken claim. Start does not require CCBM inference.</a:t>
            </a:r>
          </a:p>
          <a:p>
            <a:endParaRPr/>
          </a:p>
          <a:p>
            <a:r>
              <a:t>### integrations/ccbm/d.pddl, p.pddl, d-observations.cpp, server.py</a:t>
            </a:r>
          </a:p>
          <a:p>
            <a:endParaRPr/>
          </a:p>
          <a:p>
            <a:r>
              <a:t>Added behavior model/problem/observation code and HTTP wrapper around the</a:t>
            </a:r>
          </a:p>
          <a:p>
            <a:r>
              <a:t>compiled CCBM worker on the PC/Linux runtime. The bridge is not itself the</a:t>
            </a:r>
          </a:p>
          <a:p>
            <a:r>
              <a:t>inference engine. Repeated breathing observations represent first/second breath</a:t>
            </a:r>
          </a:p>
          <a:p>
            <a:r>
              <a:t>in the model. Local speech/CCBM forwarding is configured by development tools.</a:t>
            </a:r>
          </a:p>
          <a:p>
            <a:endParaRPr/>
          </a:p>
          <a:p>
            <a:r>
              <a:t>**Review:** 0.90 is explicitly a prototype policy, not a threshold selected by</a:t>
            </a:r>
          </a:p>
          <a:p>
            <a:r>
              <a:t>data-driven validation. Endpoint/model availability and accepted exercise</a:t>
            </a:r>
          </a:p>
          <a:p>
            <a:r>
              <a:t>transitions must be checked during a full run. CCBM cannot prove a physical</a:t>
            </a:r>
          </a:p>
          <a:p>
            <a:r>
              <a:t>breath, correct hand position or correct airway maneuver from a spoken report.</a:t>
            </a:r>
          </a:p>
          <a:p>
            <a:endParaRPr/>
          </a:p>
          <a:p>
            <a:r>
              <a:t>## 6. Tracking, marker combination and placement</a:t>
            </a:r>
          </a:p>
          <a:p>
            <a:endParaRPr/>
          </a:p>
          <a:p>
            <a:r>
              <a:t>### scripts/tracking/aruco_tracker.gd — modified Denis adapter</a:t>
            </a:r>
          </a:p>
          <a:p>
            <a:endParaRPr/>
          </a:p>
          <a:p>
            <a:r>
              <a:t>Adds profile loading and marker combination, used-marker evidence reporting</a:t>
            </a:r>
          </a:p>
          <a:p>
            <a:r>
              <a:t>and a switch for temporal filtering. Preserves marker size/ID configuration,</a:t>
            </a:r>
          </a:p>
          <a:p>
            <a:r>
              <a:t>tracking status and desktop preview. Chooses the migrated camera provider in</a:t>
            </a:r>
          </a:p>
          <a:p>
            <a:r>
              <a:t>the XR path. Combining markers uses the exact newest detection result, not</a:t>
            </a:r>
          </a:p>
          <a:p>
            <a:r>
              <a:t>unrelated stale poses. Unrecognized IDs are ignored by the layout.</a:t>
            </a:r>
          </a:p>
          <a:p>
            <a:endParaRPr/>
          </a:p>
          <a:p>
            <a:r>
              <a:t>### scripts/tracking/user_camera_provider.gd — new adapter from original approach</a:t>
            </a:r>
          </a:p>
          <a:p>
            <a:endParaRPr/>
          </a:p>
          <a:p>
            <a:r>
              <a:t>Retains CameraServer capture, background detection and capture-time head-pose</a:t>
            </a:r>
          </a:p>
          <a:p>
            <a:r>
              <a:t>world conversion. Uses the imported detector's `detect_markers()` when present,</a:t>
            </a:r>
          </a:p>
          <a:p>
            <a:r>
              <a:t>explicitly selects 4x4/50, passes configured physical marker sizes and retains</a:t>
            </a:r>
          </a:p>
          <a:p>
            <a:r>
              <a:t>the existing intrinsics. Identity head pose is passed to detection; the saved</a:t>
            </a:r>
          </a:p>
          <a:p>
            <a:r>
              <a:t>head transform is applied once. Old API fallback remains.</a:t>
            </a:r>
          </a:p>
          <a:p>
            <a:endParaRPr/>
          </a:p>
          <a:p>
            <a:r>
              <a:t>The explicit lens compatibility correction logged as identity on the headset:</a:t>
            </a:r>
          </a:p>
          <a:p>
            <a:r>
              <a:t>the suspected inverse difference was ruled out. Diagnostic PNG saving is off.</a:t>
            </a:r>
          </a:p>
          <a:p>
            <a:r>
              <a:t>Detection timing is periodically logged. Camera latency remains a fixed 50 ms</a:t>
            </a:r>
          </a:p>
          <a:p>
            <a:r>
              <a:t>estimate; the addon's accurate CameraX timestamp path is not integrated here.</a:t>
            </a:r>
          </a:p>
          <a:p>
            <a:endParaRPr/>
          </a:p>
          <a:p>
            <a:r>
              <a:t>### scripts/tracking/colored_camera.gdshader — new</a:t>
            </a:r>
          </a:p>
          <a:p>
            <a:endParaRPr/>
          </a:p>
          <a:p>
            <a:r>
              <a:t>Combines luminance/chroma camera textures and classifies blue to white and</a:t>
            </a:r>
          </a:p>
          <a:p>
            <a:r>
              <a:t>orange to black before detection. Full-resolution processing remains enabled</a:t>
            </a:r>
          </a:p>
          <a:p>
            <a:r>
              <a:t>for colored markers. Lighting, printing and color thresholds can still affect</a:t>
            </a:r>
          </a:p>
          <a:p>
            <a:r>
              <a:t>detection; this is not proof that all resolutions were optimized.</a:t>
            </a:r>
          </a:p>
          <a:p>
            <a:endParaRPr/>
          </a:p>
          <a:p>
            <a:r>
              <a:t>### scripts/tracking/colored_marker_image.gd — new</a:t>
            </a:r>
          </a:p>
          <a:p>
            <a:endParaRPr/>
          </a:p>
          <a:p>
            <a:r>
              <a:t>CPU fallback for non-GPU images, with RGB hue classification and luminance</a:t>
            </a:r>
          </a:p>
          <a:p>
            <a:r>
              <a:t>fallback handling. Unit tests cover mapping and image handling; these are not</a:t>
            </a:r>
          </a:p>
          <a:p>
            <a:r>
              <a:t>a hardware lighting benchmark.</a:t>
            </a:r>
          </a:p>
          <a:p>
            <a:endParaRPr/>
          </a:p>
          <a:p>
            <a:r>
              <a:t>### scripts/tracking/marker_layout.gd — added during migration</a:t>
            </a:r>
          </a:p>
          <a:p>
            <a:endParaRPr/>
          </a:p>
          <a:p>
            <a:r>
              <a:t>Loads calibrated marker-to-common transforms and a common-to-sternum bridge.</a:t>
            </a:r>
          </a:p>
          <a:p>
            <a:r>
              <a:t>Each visible marker reconstructs the same anchor; translations are averaged</a:t>
            </a:r>
          </a:p>
          <a:p>
            <a:r>
              <a:t>and sign-aligned quaternions combined. Reports position spread. Optional floor</a:t>
            </a:r>
          </a:p>
          <a:p>
            <a:r>
              <a:t>orientation removes pitch/roll; it does not place the mesh bottom on the floor.</a:t>
            </a:r>
          </a:p>
          <a:p>
            <a:endParaRPr/>
          </a:p>
          <a:p>
            <a:r>
              <a:t>### scripts/tracking/startup_placement.gd — added during migration</a:t>
            </a:r>
          </a:p>
          <a:p>
            <a:endParaRPr/>
          </a:p>
          <a:p>
            <a:r>
              <a:t>Robust coordinate-median position and measured rotation medoid. Starts checking</a:t>
            </a:r>
          </a:p>
          <a:p>
            <a:r>
              <a:t>after 30 independent readings, at three-reading checkpoints, with 1.5 mm /</a:t>
            </a:r>
          </a:p>
          <a:p>
            <a:r>
              <a:t>1-degree estimate stability; four stable comparisons permit earliest acceptance</a:t>
            </a:r>
          </a:p>
          <a:p>
            <a:r>
              <a:t>at 42 readings. A 100-reading fallback exists. Faster detection changes the</a:t>
            </a:r>
          </a:p>
          <a:p>
            <a:r>
              <a:t>wall-clock duration of observation-count rules.</a:t>
            </a:r>
          </a:p>
          <a:p>
            <a:endParaRPr/>
          </a:p>
          <a:p>
            <a:r>
              <a:t>### scripts/tracking/viewer_motion_gate.gd — migrated original gate</a:t>
            </a:r>
          </a:p>
          <a:p>
            <a:endParaRPr/>
          </a:p>
          <a:p>
            <a:r>
              <a:t>Holds during head movement using a 0.3 s head window, 0.15 m/s and 20 degrees/s,</a:t>
            </a:r>
          </a:p>
          <a:p>
            <a:r>
              <a:t>then 0.5 s settling. Five readings learn viewpoint bias within 10 cm AND</a:t>
            </a:r>
          </a:p>
          <a:p>
            <a:r>
              <a:t>10 degrees. Small updates are held beyond 1.8 m; a 30 cm OR 25-degree change</a:t>
            </a:r>
          </a:p>
          <a:p>
            <a:r>
              <a:t>with three full-evidence detections has an override. These heuristic constants</a:t>
            </a:r>
          </a:p>
          <a:p>
            <a:r>
              <a:t>were retained, not newly proved optimal by this review. The experimental blanket</a:t>
            </a:r>
          </a:p>
          <a:p>
            <a:r>
              <a:t>partial-marker hold was removed at the user's request.</a:t>
            </a:r>
          </a:p>
          <a:p>
            <a:endParaRPr/>
          </a:p>
          <a:p>
            <a:r>
              <a:t>### scripts/tracking/spatial_anchor.gd — modified Denis placement</a:t>
            </a:r>
          </a:p>
          <a:p>
            <a:endParaRPr/>
          </a:p>
          <a:p>
            <a:r>
              <a:t>Denis's original one-marker 1.5 s settling/mean path remains for desktop.</a:t>
            </a:r>
          </a:p>
          <a:p>
            <a:r>
              <a:t>The headset uses the robust startup and viewer gate. Model offset and save/load</a:t>
            </a:r>
          </a:p>
          <a:p>
            <a:r>
              <a:t>compatibility remain. Adds floor reference/geometry handling, model orientation,</a:t>
            </a:r>
          </a:p>
          <a:p>
            <a:r>
              <a:t>opacity persistence, height preservation and explicit reposition resets.</a:t>
            </a:r>
          </a:p>
          <a:p>
            <a:endParaRPr/>
          </a:p>
          <a:p>
            <a:r>
              <a:t>Version 42 finally configures the original filter: window 5, position dead zone</a:t>
            </a:r>
          </a:p>
          <a:p>
            <a:r>
              <a:t>20 mm, rotation dead zone 0.3 degrees, smoothing 1.2 s, prior 2 s; stable endpoint</a:t>
            </a:r>
          </a:p>
          <a:p>
            <a:r>
              <a:t>checks 1.5 mm / 1 degree over 3 observations and relocation floors 80 mm /</a:t>
            </a:r>
          </a:p>
          <a:p>
            <a:r>
              <a:t>8 degrees. A separate remembered rest pose is used and stable components can</a:t>
            </a:r>
          </a:p>
          <a:p>
            <a:r>
              <a:t>re-anchor independently. Earlier statements that the script's presence meant</a:t>
            </a:r>
          </a:p>
          <a:p>
            <a:r>
              <a:t>the full original policy was active were incomplete.</a:t>
            </a:r>
          </a:p>
          <a:p>
            <a:endParaRPr/>
          </a:p>
          <a:p>
            <a:r>
              <a:t>### scripts/tracking/marker_pose_gizmo.gd — new diagnostic</a:t>
            </a:r>
          </a:p>
          <a:p>
            <a:endParaRPr/>
          </a:p>
          <a:p>
            <a:r>
              <a:t>White marker-center dot, labeled ID and 5 cm RGB axes on raw world marker poses,</a:t>
            </a:r>
          </a:p>
          <a:p>
            <a:r>
              <a:t>before patient/layout offsets. Hides after 500 ms without detection. Depth-test</a:t>
            </a:r>
          </a:p>
          <a:p>
            <a:r>
              <a:t>bypass keeps it readable through the patient. Raw gizmo jitter is intentional.</a:t>
            </a:r>
          </a:p>
          <a:p>
            <a:endParaRPr/>
          </a:p>
          <a:p>
            <a:r>
              <a:t>### scripts/tracking/openxr_setup.gd / room_layout.gd — modified</a:t>
            </a:r>
          </a:p>
          <a:p>
            <a:endParaRPr/>
          </a:p>
          <a:p>
            <a:r>
              <a:t>Adds floor-height helpers respecting active tracking spaces, reference transforms</a:t>
            </a:r>
          </a:p>
          <a:p>
            <a:r>
              <a:t>and live tracked room-anchor positions. Original XR/scene integration remains.</a:t>
            </a:r>
          </a:p>
          <a:p>
            <a:r>
              <a:t>`room_anchor.gd` itself is unchanged.</a:t>
            </a:r>
          </a:p>
          <a:p>
            <a:endParaRPr/>
          </a:p>
          <a:p>
            <a:r>
              <a:t>**Review:** three issues should not be conflated: marker pose alignment, mesh</a:t>
            </a:r>
          </a:p>
          <a:p>
            <a:r>
              <a:t>alignment offset, and stationary smoothing. A floor orientation constraint is</a:t>
            </a:r>
          </a:p>
          <a:p>
            <a:r>
              <a:t>also different from physical mesh-floor contact. Current gate heuristics and</a:t>
            </a:r>
          </a:p>
          <a:p>
            <a:r>
              <a:t>50 ms camera timing can still cause viewpoint-dependent shifts. Real movement,</a:t>
            </a:r>
          </a:p>
          <a:p>
            <a:r>
              <a:t>occlusion and rest reacquisition need hardware checks without inventing offsets.</a:t>
            </a:r>
          </a:p>
          <a:p>
            <a:endParaRPr/>
          </a:p>
          <a:p>
            <a:r>
              <a:t>## 7. CPR and hand/controller interaction</a:t>
            </a:r>
          </a:p>
          <a:p>
            <a:endParaRPr/>
          </a:p>
          <a:p>
            <a:r>
              <a:t>### scripts/tracking/xr_interaction.gd — modified</a:t>
            </a:r>
          </a:p>
          <a:p>
            <a:endParaRPr/>
          </a:p>
          <a:p>
            <a:r>
              <a:t>Denis already instantiated the upstream hand-zone/stroke detector. Changes now</a:t>
            </a:r>
          </a:p>
          <a:p>
            <a:r>
              <a:t>attach the original CPR HUD to the XR camera; use its BPM interval source rather</a:t>
            </a:r>
          </a:p>
          <a:p>
            <a:r>
              <a:t>than a separate adapter calculation; retain the original zone dimensions; enable</a:t>
            </a:r>
          </a:p>
          <a:p>
            <a:r>
              <a:t>metronome except while audio is busy; reset the 0–30 practice count for a new</a:t>
            </a:r>
          </a:p>
          <a:p>
            <a:r>
              <a:t>cycle. The standalone automatic breathing-pause scheduler stays disabled because</a:t>
            </a:r>
          </a:p>
          <a:p>
            <a:r>
              <a:t>the scenario owns the breathing events.</a:t>
            </a:r>
          </a:p>
          <a:p>
            <a:endParaRPr/>
          </a:p>
          <a:p>
            <a:r>
              <a:t>The practice display/zone appears after patient placement, but only CPR-stage</a:t>
            </a:r>
          </a:p>
          <a:p>
            <a:r>
              <a:t>strokes receive exercise credit. Adds controller trigger menu clicks while</a:t>
            </a:r>
          </a:p>
          <a:p>
            <a:r>
              <a:t>retaining hand pinch/poke input. Controllers do not generate physical CPR counts.</a:t>
            </a:r>
          </a:p>
          <a:p>
            <a:endParaRPr/>
          </a:p>
          <a:p>
            <a:r>
              <a:t>### addons/naret_upstream/avatar/*</a:t>
            </a:r>
          </a:p>
          <a:p>
            <a:endParaRPr/>
          </a:p>
          <a:p>
            <a:r>
              <a:t>`cpr_hand_zone.gd/.tscn`, `cpr_motion_session.gd`, `cpr_metronome.gd` and the</a:t>
            </a:r>
          </a:p>
          <a:p>
            <a:r>
              <a:t>target guide originated in the user's project and were already dependencies of</a:t>
            </a:r>
          </a:p>
          <a:p>
            <a:r>
              <a:t>Denis's application. `cpr_feedback_hud.gd` was brought into this runtime for the</a:t>
            </a:r>
          </a:p>
          <a:p>
            <a:r>
              <a:t>original 0–30 count, pace needle, depth bar and coaching. The stabilizer script</a:t>
            </a:r>
          </a:p>
          <a:p>
            <a:r>
              <a:t>matches the original project; the important latest change is its configuration</a:t>
            </a:r>
          </a:p>
          <a:p>
            <a:r>
              <a:t>and rest-pose use in the spatial anchor.</a:t>
            </a:r>
          </a:p>
          <a:p>
            <a:endParaRPr/>
          </a:p>
          <a:p>
            <a:r>
              <a:t>**Review:** depth is hand excursion, not measured mannequin compression depth.</a:t>
            </a:r>
          </a:p>
          <a:p>
            <a:r>
              <a:t>Speech cannot add compression counts. The existing sensor modules would need</a:t>
            </a:r>
          </a:p>
          <a:p>
            <a:r>
              <a:t>real hardware/plugin connection for verified depth/recoil/ventilation data.</a:t>
            </a:r>
          </a:p>
          <a:p>
            <a:endParaRPr/>
          </a:p>
          <a:p>
            <a:r>
              <a:t>## 8. Patient model, transparency and animation</a:t>
            </a:r>
          </a:p>
          <a:p>
            <a:endParaRPr/>
          </a:p>
          <a:p>
            <a:r>
              <a:t>### scripts/mannequin/mannequin_controller.gd — modified</a:t>
            </a:r>
          </a:p>
          <a:p>
            <a:endParaRPr/>
          </a:p>
          <a:p>
            <a:r>
              <a:t>Adds optional anatomical fitting, resized mouth/forehead targets and neutral</a:t>
            </a:r>
          </a:p>
          <a:p>
            <a:r>
              <a:t>gesture landmarks. Fit dimensions default to zero; scene model scale is 0.9.</a:t>
            </a:r>
          </a:p>
          <a:p>
            <a:r>
              <a:t>Therefore the presence of fitting code does not establish a measured mannequin</a:t>
            </a:r>
          </a:p>
          <a:p>
            <a:r>
              <a:t>match. Preserve the actual physical torso dimensions when assessing fit.</a:t>
            </a:r>
          </a:p>
          <a:p>
            <a:endParaRPr/>
          </a:p>
          <a:p>
            <a:r>
              <a:t>Adds body overlay materials using `assets/patient_overlay.gdshader`; head region</a:t>
            </a:r>
          </a:p>
          <a:p>
            <a:r>
              <a:t>stays solid to avoid seeing teeth/eyeballs through facial skin. Body opacity</a:t>
            </a:r>
          </a:p>
          <a:p>
            <a:r>
              <a:t>uses a 4x4 screen-space coverage mask instead of layered alpha blending. Pallor</a:t>
            </a:r>
          </a:p>
          <a:p>
            <a:r>
              <a:t>updates preserve material alpha. A pattern can remain visible, especially in XR.</a:t>
            </a:r>
          </a:p>
          <a:p>
            <a:endParaRPr/>
          </a:p>
          <a:p>
            <a:r>
              <a:t>**Important exact difference:** current head-tilt limits are 10 degrees neck and</a:t>
            </a:r>
          </a:p>
          <a:p>
            <a:r>
              <a:t>10 degrees head. Denis's baseline uses 28 and 20. These values are not the same,</a:t>
            </a:r>
          </a:p>
          <a:p>
            <a:r>
              <a:t>even though earlier conversation discussed retaining Denis's angles.</a:t>
            </a:r>
          </a:p>
          <a:p>
            <a:endParaRPr/>
          </a:p>
          <a:p>
            <a:r>
              <a:t>### scripts/tracking/head_tilt_gesture.gd — new</a:t>
            </a:r>
          </a:p>
          <a:p>
            <a:endParaRPr/>
          </a:p>
          <a:p>
            <a:r>
              <a:t>Two separate tracked hands: forehead palm within 6 cm, other index tip within</a:t>
            </a:r>
          </a:p>
          <a:p>
            <a:r>
              <a:t>4.5 cm of chin; 0.35 s positioning; coordinated movement within 2 s, sustained</a:t>
            </a:r>
          </a:p>
          <a:p>
            <a:r>
              <a:t>0.12 s; 0.25 s lost-tracking grace. Limits are provisional. It triggers animation</a:t>
            </a:r>
          </a:p>
          <a:p>
            <a:r>
              <a:t>only and does not score or confirm actual airway opening. Replaces Denis's</a:t>
            </a:r>
          </a:p>
          <a:p>
            <a:r>
              <a:t>one-palm-within-10-cm trigger.</a:t>
            </a:r>
          </a:p>
          <a:p>
            <a:endParaRPr/>
          </a:p>
          <a:p>
            <a:r>
              <a:t>### Other mannequin scripts — unchanged</a:t>
            </a:r>
          </a:p>
          <a:p>
            <a:endParaRPr/>
          </a:p>
          <a:p>
            <a:r>
              <a:t>AED device, breathing system, bystander controller, heart system, pupil system,</a:t>
            </a:r>
          </a:p>
          <a:p>
            <a:r>
              <a:t>ragdoll and rig animator retain upstream implementations. Whether each is active</a:t>
            </a:r>
          </a:p>
          <a:p>
            <a:r>
              <a:t>depends on composition. AED code remains inactive in the focused exercise;</a:t>
            </a:r>
          </a:p>
          <a:p>
            <a:r>
              <a:t>retained physiological displays are simulations, not sensed patient physiology.</a:t>
            </a:r>
          </a:p>
          <a:p>
            <a:endParaRPr/>
          </a:p>
          <a:p>
            <a:r>
              <a:t>## 9. Languages and interface</a:t>
            </a:r>
          </a:p>
          <a:p>
            <a:endParaRPr/>
          </a:p>
          <a:p>
            <a:r>
              <a:t>### scripts/ai/language_manager.gd — modified</a:t>
            </a:r>
          </a:p>
          <a:p>
            <a:endParaRPr/>
          </a:p>
          <a:p>
            <a:r>
              <a:t>Adds English scenario/action lines and UI translation mapping, three-language</a:t>
            </a:r>
          </a:p>
          <a:p>
            <a:r>
              <a:t>selection and some English communication intents. Denis's DE/PL content remains.</a:t>
            </a:r>
          </a:p>
          <a:p>
            <a:r>
              <a:t>Missing UI translation keys fall back to German, so full English coverage is not</a:t>
            </a:r>
          </a:p>
          <a:p>
            <a:r>
              <a:t>guaranteed merely by selecting EN.</a:t>
            </a:r>
          </a:p>
          <a:p>
            <a:endParaRPr/>
          </a:p>
          <a:p>
            <a:r>
              <a:t>### scripts/ui/hand_menu.gd — modified</a:t>
            </a:r>
          </a:p>
          <a:p>
            <a:endParaRPr/>
          </a:p>
          <a:p>
            <a:r>
              <a:t>Larger direct training, language, microphone and voice-test controls alongside</a:t>
            </a:r>
          </a:p>
          <a:p>
            <a:r>
              <a:t>the wrist-menu infrastructure. Uses observation-driven action lists. Language</a:t>
            </a:r>
          </a:p>
          <a:p>
            <a:r>
              <a:t>and active-state feedback turn green; momentary actions flash rather than</a:t>
            </a:r>
          </a:p>
          <a:p>
            <a:r>
              <a:t>remaining selected. Some visible strings remain English regardless of language.</a:t>
            </a:r>
          </a:p>
          <a:p>
            <a:endParaRPr/>
          </a:p>
          <a:p>
            <a:r>
              <a:t>### scripts/ui/calibration_panel.gd — modified</a:t>
            </a:r>
          </a:p>
          <a:p>
            <a:endParaRPr/>
          </a:p>
          <a:p>
            <a:r>
              <a:t>Retains XYZ and Euler rotation preview through the model offset, preserves scale,</a:t>
            </a:r>
          </a:p>
          <a:p>
            <a:r>
              <a:t>and gates saving on startup placement. Removed marker geometry, scan visibility</a:t>
            </a:r>
          </a:p>
          <a:p>
            <a:r>
              <a:t>and model-scale controls. Later requests added language/start/audio/microphone</a:t>
            </a:r>
          </a:p>
          <a:p>
            <a:r>
              <a:t>controls outside scrolling, plus body transparency and floor adjustment fields.</a:t>
            </a:r>
          </a:p>
          <a:p>
            <a:r>
              <a:t>It is therefore broader than the earlier requested minimal six-field panel.</a:t>
            </a:r>
          </a:p>
          <a:p>
            <a:r>
              <a:t>Close keeps preview; Save writes it. Y controls can be disabled when floor locked.</a:t>
            </a:r>
          </a:p>
          <a:p>
            <a:r>
              <a:t>Hard-coded English messages need localization review.</a:t>
            </a:r>
          </a:p>
          <a:p>
            <a:endParaRPr/>
          </a:p>
          <a:p>
            <a:r>
              <a:t>### scripts/ui/info_panel.gd — modified</a:t>
            </a:r>
          </a:p>
          <a:p>
            <a:endParaRPr/>
          </a:p>
          <a:p>
            <a:r>
              <a:t>Adds next-step/example phrases and hand-compression display. Helps the learner</a:t>
            </a:r>
          </a:p>
          <a:p>
            <a:r>
              <a:t>understand expected observations instead of requiring hidden action buttons.</a:t>
            </a:r>
          </a:p>
          <a:p>
            <a:r>
              <a:t>Remaining literal English strings require DE/PL checks.</a:t>
            </a:r>
          </a:p>
          <a:p>
            <a:endParaRPr/>
          </a:p>
          <a:p>
            <a:r>
              <a:t>### scripts/ui/dashboard.gd — modified</a:t>
            </a:r>
          </a:p>
          <a:p>
            <a:endParaRPr/>
          </a:p>
          <a:p>
            <a:r>
              <a:t>Adds EN selection and localized labels, hides QCPR simulator button, uses</a:t>
            </a:r>
          </a:p>
          <a:p>
            <a:r>
              <a:t>observation-driven available UI actions and labels hand depth as an estimate.</a:t>
            </a:r>
          </a:p>
          <a:p>
            <a:r>
              <a:t>Desktop/simulation utilities remain; their presence is not headset sensor support.</a:t>
            </a:r>
          </a:p>
          <a:p>
            <a:endParaRPr/>
          </a:p>
          <a:p>
            <a:r>
              <a:t>### scripts/ui/briefing_panel.gd — modified</a:t>
            </a:r>
          </a:p>
          <a:p>
            <a:endParaRPr/>
          </a:p>
          <a:p>
            <a:r>
              <a:t>Skips missing-AED feedback in witness-only mode, adapts the final advice for that</a:t>
            </a:r>
          </a:p>
          <a:p>
            <a:r>
              <a:t>scenario and routes localization through the language helper. This file changes</a:t>
            </a:r>
          </a:p>
          <a:p>
            <a:r>
              <a:t>what is displayed; it does not replace the scoring or session-log engine.</a:t>
            </a:r>
          </a:p>
          <a:p>
            <a:endParaRPr/>
          </a:p>
          <a:p>
            <a:r>
              <a:t>## 10. Feedback, EKG, QCPR and utilities retained from Denis</a:t>
            </a:r>
          </a:p>
          <a:p>
            <a:endParaRPr/>
          </a:p>
          <a:p>
            <a:r>
              <a:t>`score_tracker.gd` and `session_logger.gd` are unchanged upstream. The input events</a:t>
            </a:r>
          </a:p>
          <a:p>
            <a:r>
              <a:t>and scenario metadata are extended, so their output can differ even without</a:t>
            </a:r>
          </a:p>
          <a:p>
            <a:r>
              <a:t>editing the files. Full results should be checked for a no-AED, speech-report</a:t>
            </a:r>
          </a:p>
          <a:p>
            <a:r>
              <a:t>session. Numeric verified-quality scores must not imply measured chest depth.</a:t>
            </a:r>
          </a:p>
          <a:p>
            <a:endParaRPr/>
          </a:p>
          <a:p>
            <a:r>
              <a:t>`ekg_system.gd` and `ekg_renderer.gd` are unchanged. `performance_monitor.gd` is</a:t>
            </a:r>
          </a:p>
          <a:p>
            <a:r>
              <a:t>unchanged. The QCPR backend, real BLE adapter, constants, packet parser, manager,</a:t>
            </a:r>
          </a:p>
          <a:p>
            <a:r>
              <a:t>simulated backend and QCPR debug panel are unchanged source; current main does</a:t>
            </a:r>
          </a:p>
          <a:p>
            <a:r>
              <a:t>not start their runtime. Native BLE availability is a separate integration task.</a:t>
            </a:r>
          </a:p>
          <a:p>
            <a:endParaRPr/>
          </a:p>
          <a:p>
            <a:r>
              <a:t>## 11. Remaining work, in practical order</a:t>
            </a:r>
          </a:p>
          <a:p>
            <a:endParaRPr/>
          </a:p>
          <a:p>
            <a:r>
              <a:t>### Scene, addon and build changes outside scripts/</a:t>
            </a:r>
          </a:p>
          <a:p>
            <a:endParaRPr/>
          </a:p>
          <a:p>
            <a:r>
              <a:t>- `scenes/main.tscn`: selects `data/user_marker_layout.cfg`, supplies the default</a:t>
            </a:r>
          </a:p>
          <a:p>
            <a:r>
              <a:t>  180-degree X model orientation, and removes the AED and Marek scene instances.</a:t>
            </a:r>
          </a:p>
          <a:p>
            <a:r>
              <a:t>  This is an actual scene change, not just hiding their buttons.</a:t>
            </a:r>
          </a:p>
          <a:p>
            <a:r>
              <a:t>- `scenes/mannequin.tscn`: sets the human model scale to 0.9. Saved model offsets</a:t>
            </a:r>
          </a:p>
          <a:p>
            <a:r>
              <a:t>  can add their own transform, so the scene scale alone is not a torso measurement.</a:t>
            </a:r>
          </a:p>
          <a:p>
            <a:r>
              <a:t>- `assets/patient_overlay.gdshader`: new opaque-depth coverage shader with a solid</a:t>
            </a:r>
          </a:p>
          <a:p>
            <a:r>
              <a:t>  head region; discussed in section 8.</a:t>
            </a:r>
          </a:p>
          <a:p>
            <a:r>
              <a:t>- `addons/opencv_aruco`: imported from Paul's `addon-port` branch, commit</a:t>
            </a:r>
          </a:p>
          <a:p>
            <a:r>
              <a:t>  `729f8c0`, with new packaged native libraries/API and export guard. It is a</a:t>
            </a:r>
          </a:p>
          <a:p>
            <a:r>
              <a:t>  selective addon port, not replacement of Denis's whole project. Its standalone</a:t>
            </a:r>
          </a:p>
          <a:p>
            <a:r>
              <a:t>  timestamped CameraX tracker is not the active camera provider.</a:t>
            </a:r>
          </a:p>
          <a:p>
            <a:r>
              <a:t>- `project.godot`: the OpenCV editor-plugin section was moved; comparison with</a:t>
            </a:r>
          </a:p>
          <a:p>
            <a:r>
              <a:t>  this baseline does not show a new XR-reference-space policy in this file.</a:t>
            </a:r>
          </a:p>
          <a:p>
            <a:r>
              <a:t>- `export_presets.cfg`: installed build identifies as code 42,</a:t>
            </a:r>
          </a:p>
          <a:p>
            <a:r>
              <a:t>  `0.3.40-original-stabilizer`; application package remains the same so replace</a:t>
            </a:r>
          </a:p>
          <a:p>
            <a:r>
              <a:t>  installation preserves user data.</a:t>
            </a:r>
          </a:p>
          <a:p>
            <a:r>
              <a:t>- English script/audio and service setup tools are additions. Service settings</a:t>
            </a:r>
          </a:p>
          <a:p>
            <a:r>
              <a:t>  are runtime/device configuration, not evidence that all required servers are</a:t>
            </a:r>
          </a:p>
          <a:p>
            <a:r>
              <a:t>  bundled in the APK. No credential values are included in this review.</a:t>
            </a:r>
          </a:p>
          <a:p>
            <a:endParaRPr/>
          </a:p>
          <a:p>
            <a:r>
              <a:t>### Validation still required</a:t>
            </a:r>
          </a:p>
          <a:p>
            <a:endParaRPr/>
          </a:p>
          <a:p>
            <a:r>
              <a:t>1. Confirm the latest patient stabilization on a stationary mannequin, head</a:t>
            </a:r>
          </a:p>
          <a:p>
            <a:r>
              <a:t>   movement, partial marker loss and restart. Compare patient versus raw gizmos.</a:t>
            </a:r>
          </a:p>
          <a:p>
            <a:r>
              <a:t>2. Confirm saved model fit/nudge and floor-height behavior after restarting and</a:t>
            </a:r>
          </a:p>
          <a:p>
            <a:r>
              <a:t>   XR recentering; do not compensate a camera-pose defect with a model offset.</a:t>
            </a:r>
          </a:p>
          <a:p>
            <a:r>
              <a:t>3. Decide whether to retain the current 10+10-degree visual animation or restore</a:t>
            </a:r>
          </a:p>
          <a:p>
            <a:r>
              <a:t>   Denis's 28+20-degree animation; test its direction on the actual rig.</a:t>
            </a:r>
          </a:p>
          <a:p>
            <a:r>
              <a:t>4. Run one full English exercise with natural speech, interruptions, two breaths,</a:t>
            </a:r>
          </a:p>
          <a:p>
            <a:r>
              <a:t>   compression cycle, handover and debrief. Log ASR, CCBM and scenario decisions.</a:t>
            </a:r>
          </a:p>
          <a:p>
            <a:r>
              <a:t>5. Repeat in German/Polish; review translated UI, audio availability and fallback</a:t>
            </a:r>
          </a:p>
          <a:p>
            <a:r>
              <a:t>   behavior. Current English confirmation support is more extensive.</a:t>
            </a:r>
          </a:p>
          <a:p>
            <a:r>
              <a:t>6. Decide the deployment model: USB-connected PC ASR/CCBM is development mode.</a:t>
            </a:r>
          </a:p>
          <a:p>
            <a:r>
              <a:t>   Independent headset deployment needs reachable services or another runtime.</a:t>
            </a:r>
          </a:p>
          <a:p>
            <a:r>
              <a:t>7. Validate any desired real mannequin measurements via sensors/BLE. Do not label</a:t>
            </a:r>
          </a:p>
          <a:p>
            <a:r>
              <a:t>   hand excursion or spoken breaths as verified physical measurements.</a:t>
            </a:r>
          </a:p>
          <a:p>
            <a:r>
              <a:t>8. Clean up inactive AED/QCPR branches only after reviewing the intended future</a:t>
            </a:r>
          </a:p>
          <a:p>
            <a:r>
              <a:t>   scope, then produce a reviewable commit/PR. Local changes are not automatically</a:t>
            </a:r>
          </a:p>
          <a:p>
            <a:r>
              <a:t>   incorporated into Denis's GitHub repository.</a:t>
            </a:r>
          </a:p>
          <a:p>
            <a:endParaRPr/>
          </a:p>
          <a:p>
            <a:r>
              <a:t>## File inventory</a:t>
            </a:r>
          </a:p>
          <a:p>
            <a:endParaRPr/>
          </a:p>
          <a:p>
            <a:r>
              <a:t>The following inventory compares each runtime script with the baseline Git blob,</a:t>
            </a:r>
          </a:p>
          <a:p>
            <a:r>
              <a:t>normalizing Windows/Unix line endings. Changed files may include comments/formatting, not</a:t>
            </a:r>
          </a:p>
          <a:p>
            <a:r>
              <a:t>only behavioral differences. Unchanged files retain source but can be called</a:t>
            </a:r>
          </a:p>
          <a:p>
            <a:r>
              <a:t>with different settings or inputs. Godot `.uid` sidecars are omitted.</a:t>
            </a:r>
          </a:p>
          <a:p>
            <a:endParaRPr/>
          </a:p>
          <a:p>
            <a:r>
              <a:t>&lt;!-- generated runtime inventory --&gt;</a:t>
            </a:r>
          </a:p>
          <a:p>
            <a:endParaRPr/>
          </a:p>
          <a:p>
            <a:r>
              <a:t>51 runtime script/shader files: 17 changed, 13 added, 21 unchanged after normalizing line endings.</a:t>
            </a:r>
          </a:p>
          <a:p>
            <a:endParaRPr/>
          </a:p>
          <a:p>
            <a:r>
              <a:t>| Runtime file | Compared with Denis's baseline | Lines |</a:t>
            </a:r>
          </a:p>
          <a:p>
            <a:r>
              <a:t>|---|---|---:|</a:t>
            </a:r>
          </a:p>
          <a:p>
            <a:r>
              <a:t>| [scripts/ai/audio_manager.gd](../scripts/ai/audio_manager.gd) | Changed | 386 |</a:t>
            </a:r>
          </a:p>
          <a:p>
            <a:r>
              <a:t>| [scripts/ai/language_manager.gd](../scripts/ai/language_manager.gd) | Changed | 260 |</a:t>
            </a:r>
          </a:p>
          <a:p>
            <a:r>
              <a:t>| [scripts/ai/llm_orchestrator.gd](../scripts/ai/llm_orchestrator.gd) | Changed | 142 |</a:t>
            </a:r>
          </a:p>
          <a:p>
            <a:r>
              <a:t>| [scripts/ai/observation_interpreter.gd](../scripts/ai/observation_interpreter.gd) | Added | 76 |</a:t>
            </a:r>
          </a:p>
          <a:p>
            <a:r>
              <a:t>| [scripts/api/uni_api_client.gd](../scripts/api/uni_api_client.gd) | Changed | 219 |</a:t>
            </a:r>
          </a:p>
          <a:p>
            <a:r>
              <a:t>| [scripts/ekg/ekg_system.gd](../scripts/ekg/ekg_system.gd) | Unchanged | 71 |</a:t>
            </a:r>
          </a:p>
          <a:p>
            <a:r>
              <a:t>| [scripts/feedback/score_tracker.gd](../scripts/feedback/score_tracker.gd) | Unchanged | 59 |</a:t>
            </a:r>
          </a:p>
          <a:p>
            <a:r>
              <a:t>| [scripts/feedback/session_logger.gd](../scripts/feedback/session_logger.gd) | Unchanged | 64 |</a:t>
            </a:r>
          </a:p>
          <a:p>
            <a:r>
              <a:t>| [scripts/main.gd](../scripts/main.gd) | Changed | 856 |</a:t>
            </a:r>
          </a:p>
          <a:p>
            <a:r>
              <a:t>| [scripts/mannequin/aed_device.gd](../scripts/mannequin/aed_device.gd) | Unchanged | 547 |</a:t>
            </a:r>
          </a:p>
          <a:p>
            <a:r>
              <a:t>| [scripts/mannequin/breathing_system.gd](../scripts/mannequin/breathing_system.gd) | Unchanged | 44 |</a:t>
            </a:r>
          </a:p>
          <a:p>
            <a:r>
              <a:t>| [scripts/mannequin/bystander_controller.gd](../scripts/mannequin/bystander_controller.gd) | Unchanged | 218 |</a:t>
            </a:r>
          </a:p>
          <a:p>
            <a:r>
              <a:t>| [scripts/mannequin/heart_system.gd](../scripts/mannequin/heart_system.gd) | Unchanged | 68 |</a:t>
            </a:r>
          </a:p>
          <a:p>
            <a:r>
              <a:t>| [scripts/mannequin/mannequin_controller.gd](../scripts/mannequin/mannequin_controller.gd) | Changed | 312 |</a:t>
            </a:r>
          </a:p>
          <a:p>
            <a:r>
              <a:t>| [scripts/mannequin/pupil_system.gd](../scripts/mannequin/pupil_system.gd) | Unchanged | 23 |</a:t>
            </a:r>
          </a:p>
          <a:p>
            <a:r>
              <a:t>| [scripts/mannequin/ragdoll.gd](../scripts/mannequin/ragdoll.gd) | Unchanged | 383 |</a:t>
            </a:r>
          </a:p>
          <a:p>
            <a:r>
              <a:t>| [scripts/mannequin/rig_animator.gd](../scripts/mannequin/rig_animator.gd) | Unchanged | 379 |</a:t>
            </a:r>
          </a:p>
          <a:p>
            <a:r>
              <a:t>| [scripts/qcpr/qcpr_backend.gd](../scripts/qcpr/qcpr_backend.gd) | Unchanged | 69 |</a:t>
            </a:r>
          </a:p>
          <a:p>
            <a:r>
              <a:t>| [scripts/qcpr/qcpr_ble_real_backend.gd](../scripts/qcpr/qcpr_ble_real_backend.gd) | Unchanged | 168 |</a:t>
            </a:r>
          </a:p>
          <a:p>
            <a:r>
              <a:t>| [scripts/qcpr/qcpr_constants.gd](../scripts/qcpr/qcpr_constants.gd) | Unchanged | 179 |</a:t>
            </a:r>
          </a:p>
          <a:p>
            <a:r>
              <a:t>| [scripts/qcpr/qcpr_manager.gd](../scripts/qcpr/qcpr_manager.gd) | Unchanged | 195 |</a:t>
            </a:r>
          </a:p>
          <a:p>
            <a:r>
              <a:t>| [scripts/qcpr/qcpr_packet.gd](../scripts/qcpr/qcpr_packet.gd) | Unchanged | 259 |</a:t>
            </a:r>
          </a:p>
          <a:p>
            <a:r>
              <a:t>| [scripts/qcpr/simulated_manikin_backend.gd](../scripts/qcpr/simulated_manikin_backend.gd) | Unchanged | 478 |</a:t>
            </a:r>
          </a:p>
          <a:p>
            <a:r>
              <a:t>| [scripts/scenario/bystander_director.gd](../scripts/scenario/bystander_director.gd) | Unchanged | 498 |</a:t>
            </a:r>
          </a:p>
          <a:p>
            <a:r>
              <a:t>| [scripts/scenario/ccbm_bridge.gd](../scripts/scenario/ccbm_bridge.gd) | Added | 120 |</a:t>
            </a:r>
          </a:p>
          <a:p>
            <a:r>
              <a:t>| [scripts/scenario/scenario_controller.gd](../scripts/scenario/scenario_controller.gd) | Changed | 371 |</a:t>
            </a:r>
          </a:p>
          <a:p>
            <a:r>
              <a:t>| [scripts/scenario/single_witness_director.gd](../scripts/scenario/single_witness_director.gd) | Added | 25 |</a:t>
            </a:r>
          </a:p>
          <a:p>
            <a:r>
              <a:t>| [scripts/scenario/speech_confirmation.gd](../scripts/scenario/speech_confirmation.gd) | Added | 48 |</a:t>
            </a:r>
          </a:p>
          <a:p>
            <a:r>
              <a:t>| [scripts/scenario/spoken_observation.gd](../scripts/scenario/spoken_observation.gd) | Added | 70 |</a:t>
            </a:r>
          </a:p>
          <a:p>
            <a:r>
              <a:t>| [scripts/tracking/aruco_tracker.gd](../scripts/tracking/aruco_tracker.gd) | Changed | 207 |</a:t>
            </a:r>
          </a:p>
          <a:p>
            <a:r>
              <a:t>| [scripts/tracking/colored_camera.gdshader](../scripts/tracking/colored_camera.gdshader) | Added | 28 |</a:t>
            </a:r>
          </a:p>
          <a:p>
            <a:r>
              <a:t>| [scripts/tracking/colored_marker_image.gd](../scripts/tracking/colored_marker_image.gd) | Added | 27 |</a:t>
            </a:r>
          </a:p>
          <a:p>
            <a:r>
              <a:t>| [scripts/tracking/head_tilt_gesture.gd](../scripts/tracking/head_tilt_gesture.gd) | Added | 90 |</a:t>
            </a:r>
          </a:p>
          <a:p>
            <a:r>
              <a:t>| [scripts/tracking/marker_layout.gd](../scripts/tracking/marker_layout.gd) | Added | 104 |</a:t>
            </a:r>
          </a:p>
          <a:p>
            <a:r>
              <a:t>| [scripts/tracking/marker_pose_gizmo.gd](../scripts/tracking/marker_pose_gizmo.gd) | Added | 42 |</a:t>
            </a:r>
          </a:p>
          <a:p>
            <a:r>
              <a:t>| [scripts/tracking/openxr_setup.gd](../scripts/tracking/openxr_setup.gd) | Changed | 70 |</a:t>
            </a:r>
          </a:p>
          <a:p>
            <a:r>
              <a:t>| [scripts/tracking/room_anchor.gd](../scripts/tracking/room_anchor.gd) | Unchanged | 7 |</a:t>
            </a:r>
          </a:p>
          <a:p>
            <a:r>
              <a:t>| [scripts/tracking/room_layout.gd](../scripts/tracking/room_layout.gd) | Changed | 178 |</a:t>
            </a:r>
          </a:p>
          <a:p>
            <a:r>
              <a:t>| [scripts/tracking/spatial_anchor.gd](../scripts/tracking/spatial_anchor.gd) | Changed | 357 |</a:t>
            </a:r>
          </a:p>
          <a:p>
            <a:r>
              <a:t>| [scripts/tracking/startup_placement.gd](../scripts/tracking/startup_placement.gd) | Added | 99 |</a:t>
            </a:r>
          </a:p>
          <a:p>
            <a:r>
              <a:t>| [scripts/tracking/user_camera_provider.gd](../scripts/tracking/user_camera_provider.gd) | Added | 434 |</a:t>
            </a:r>
          </a:p>
          <a:p>
            <a:r>
              <a:t>| [scripts/tracking/viewer_motion_gate.gd](../scripts/tracking/viewer_motion_gate.gd) | Added | 156 |</a:t>
            </a:r>
          </a:p>
          <a:p>
            <a:r>
              <a:t>| [scripts/tracking/xr_interaction.gd](../scripts/tracking/xr_interaction.gd) | Changed | 466 |</a:t>
            </a:r>
          </a:p>
          <a:p>
            <a:r>
              <a:t>| [scripts/ui/briefing_panel.gd](../scripts/ui/briefing_panel.gd) | Changed | 149 |</a:t>
            </a:r>
          </a:p>
          <a:p>
            <a:r>
              <a:t>| [scripts/ui/calibration_panel.gd](../scripts/ui/calibration_panel.gd) | Changed | 219 |</a:t>
            </a:r>
          </a:p>
          <a:p>
            <a:r>
              <a:t>| [scripts/ui/dashboard.gd](../scripts/ui/dashboard.gd) | Changed | 364 |</a:t>
            </a:r>
          </a:p>
          <a:p>
            <a:r>
              <a:t>| [scripts/ui/ekg_renderer.gd](../scripts/ui/ekg_renderer.gd) | Unchanged | 31 |</a:t>
            </a:r>
          </a:p>
          <a:p>
            <a:r>
              <a:t>| [scripts/ui/hand_menu.gd](../scripts/ui/hand_menu.gd) | Changed | 773 |</a:t>
            </a:r>
          </a:p>
          <a:p>
            <a:r>
              <a:t>| [scripts/ui/info_panel.gd](../scripts/ui/info_panel.gd) | Changed | 111 |</a:t>
            </a:r>
          </a:p>
          <a:p>
            <a:r>
              <a:t>| [scripts/ui/qcpr_debug_panel.gd](../scripts/ui/qcpr_debug_panel.gd) | Unchanged | 217 |</a:t>
            </a:r>
          </a:p>
          <a:p>
            <a:r>
              <a:t>| [scripts/utils/performance_monitor.gd](../scripts/utils/performance_monitor.gd) | Unchanged | 34 |</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REVIEW AND DISCUSSION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NaReT: what Denis built and what changed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500" b="0">
                <a:solidFill>
                  <a:srgbClr val="132E48"/>
                </a:solidFill>
                <a:latin typeface="Aptos"/>
              </a:defRPr>
            </a:pPr>
            <a:r>
              <a:t>A practical comparison of the original app and the merged headset app.</a:t>
            </a:r>
          </a:p>
          <a:p>
            <a:pPr>
              <a:spcAft>
                <a:spcPts val="1200"/>
              </a:spcAft>
              <a:defRPr sz="2500" b="0">
                <a:solidFill>
                  <a:srgbClr val="132E48"/>
                </a:solidFill>
                <a:latin typeface="Aptos"/>
              </a:defRPr>
            </a:pPr>
            <a:r>
              <a:t>Includes scenario rules, speech, CCBM, tracking, CPR feedback, patient appearance and menus.</a:t>
            </a:r>
          </a:p>
          <a:p>
            <a:pPr>
              <a:spcAft>
                <a:spcPts val="1200"/>
              </a:spcAft>
              <a:defRPr sz="2500" b="0">
                <a:solidFill>
                  <a:srgbClr val="132E48"/>
                </a:solidFill>
                <a:latin typeface="Aptos"/>
              </a:defRPr>
            </a:pPr>
            <a:r>
              <a:t>Original Marek dialogue: all 14 fixed lines, in German and Polish, with English translations.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Credit the existing work correctly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2523768"/>
          </a:xfrm>
          <a:prstGeom prst="rect">
            <a:avLst/>
          </a:prstGeom>
          <a:noFill/>
        </p:spPr>
        <p:txBody>
          <a:bodyPr wrap="square">
            <a:spAutoFit/>
          </a:bodyPr>
          <a:lstStyle/>
          <a:p>
            <a:pPr>
              <a:spcAft>
                <a:spcPts val="1200"/>
              </a:spcAft>
              <a:defRPr sz="2300" b="0">
                <a:solidFill>
                  <a:srgbClr val="132E48"/>
                </a:solidFill>
                <a:latin typeface="Aptos"/>
              </a:defRPr>
            </a:pPr>
            <a:r>
              <a:rPr dirty="0"/>
              <a:t>Denis built the Godot/</a:t>
            </a:r>
            <a:r>
              <a:rPr dirty="0" err="1"/>
              <a:t>OpenXR</a:t>
            </a:r>
            <a:r>
              <a:rPr dirty="0"/>
              <a:t> application, scenario engine, patient and witnesses, audio/cloud framework, menus and feedback infrastructure.</a:t>
            </a:r>
          </a:p>
          <a:p>
            <a:pPr>
              <a:spcAft>
                <a:spcPts val="1200"/>
              </a:spcAft>
              <a:defRPr sz="2300" b="0">
                <a:solidFill>
                  <a:srgbClr val="132E48"/>
                </a:solidFill>
                <a:latin typeface="Aptos"/>
              </a:defRPr>
            </a:pPr>
            <a:r>
              <a:rPr dirty="0"/>
              <a:t>His setup already imported your hand-zone, compression detector and pose stabilizer. He also integrated an </a:t>
            </a:r>
            <a:r>
              <a:rPr dirty="0" err="1"/>
              <a:t>ArUco</a:t>
            </a:r>
            <a:r>
              <a:rPr dirty="0"/>
              <a:t> addon.</a:t>
            </a:r>
          </a:p>
          <a:p>
            <a:pPr>
              <a:spcAft>
                <a:spcPts val="1200"/>
              </a:spcAft>
              <a:defRPr sz="2300" b="0">
                <a:solidFill>
                  <a:srgbClr val="132E48"/>
                </a:solidFill>
                <a:latin typeface="Aptos"/>
              </a:defRPr>
            </a:pPr>
            <a:r>
              <a:rPr dirty="0"/>
              <a:t>The merge adds your complete three-marker/startup/motion-gate path, restores your CPR display, connects Paul’s detector, and </a:t>
            </a:r>
            <a:r>
              <a:rPr dirty="0">
                <a:solidFill>
                  <a:srgbClr val="FF0000"/>
                </a:solidFill>
              </a:rPr>
              <a:t>adds English and CCBM.</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553998"/>
          </a:xfrm>
          <a:prstGeom prst="rect">
            <a:avLst/>
          </a:prstGeom>
          <a:noFill/>
        </p:spPr>
        <p:txBody>
          <a:bodyPr wrap="square">
            <a:spAutoFit/>
          </a:bodyPr>
          <a:lstStyle/>
          <a:p>
            <a:pPr>
              <a:spcAft>
                <a:spcPts val="1200"/>
              </a:spcAft>
              <a:defRPr sz="3000" b="1">
                <a:solidFill>
                  <a:srgbClr val="132E48"/>
                </a:solidFill>
                <a:latin typeface="Aptos"/>
              </a:defRPr>
            </a:pPr>
            <a:r>
              <a:rPr dirty="0">
                <a:solidFill>
                  <a:srgbClr val="FF0000"/>
                </a:solidFill>
              </a:rPr>
              <a:t>Same state machine</a:t>
            </a:r>
            <a:r>
              <a:rPr dirty="0"/>
              <a:t>; a different way to submit actions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rPr dirty="0"/>
              <a:t>Before: progression buttons submitted actions to Denis’s scenario controller.</a:t>
            </a:r>
          </a:p>
          <a:p>
            <a:pPr>
              <a:spcAft>
                <a:spcPts val="1200"/>
              </a:spcAft>
              <a:defRPr sz="2300" b="0">
                <a:solidFill>
                  <a:srgbClr val="132E48"/>
                </a:solidFill>
                <a:latin typeface="Aptos"/>
              </a:defRPr>
            </a:pPr>
            <a:r>
              <a:rPr dirty="0"/>
              <a:t>Now: speech → </a:t>
            </a:r>
            <a:r>
              <a:rPr dirty="0" err="1"/>
              <a:t>recognised</a:t>
            </a:r>
            <a:r>
              <a:rPr dirty="0"/>
              <a:t> text → observation → CCBM decision → Denis’s allowed-action guard → scenario update.</a:t>
            </a:r>
          </a:p>
          <a:p>
            <a:pPr>
              <a:spcAft>
                <a:spcPts val="1200"/>
              </a:spcAft>
              <a:defRPr sz="2300" b="0">
                <a:solidFill>
                  <a:srgbClr val="132E48"/>
                </a:solidFill>
                <a:latin typeface="Aptos"/>
              </a:defRPr>
            </a:pPr>
            <a:r>
              <a:rPr dirty="0"/>
              <a:t>The state machine still decides what is legal. The language model cannot freely move the exercise to any stage.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Exactly what the two switches do</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1723549"/>
          </a:xfrm>
          <a:prstGeom prst="rect">
            <a:avLst/>
          </a:prstGeom>
          <a:noFill/>
        </p:spPr>
        <p:txBody>
          <a:bodyPr wrap="square">
            <a:spAutoFit/>
          </a:bodyPr>
          <a:lstStyle/>
          <a:p>
            <a:pPr>
              <a:spcAft>
                <a:spcPts val="1200"/>
              </a:spcAft>
              <a:defRPr sz="2400" b="0">
                <a:solidFill>
                  <a:srgbClr val="132E48"/>
                </a:solidFill>
                <a:latin typeface="Aptos"/>
              </a:defRPr>
            </a:pPr>
            <a:r>
              <a:rPr dirty="0" err="1"/>
              <a:t>cpr_witness_only</a:t>
            </a:r>
            <a:r>
              <a:rPr dirty="0"/>
              <a:t>: exclude AED actions and treatment performed by a virtual bystander. Anna stays; </a:t>
            </a:r>
            <a:r>
              <a:rPr dirty="0">
                <a:solidFill>
                  <a:srgbClr val="FF0000"/>
                </a:solidFill>
              </a:rPr>
              <a:t>Marek </a:t>
            </a:r>
            <a:r>
              <a:rPr dirty="0"/>
              <a:t>and the AED scene instances are removed.</a:t>
            </a:r>
          </a:p>
          <a:p>
            <a:pPr>
              <a:spcAft>
                <a:spcPts val="1200"/>
              </a:spcAft>
              <a:defRPr sz="2400" b="0">
                <a:solidFill>
                  <a:srgbClr val="132E48"/>
                </a:solidFill>
                <a:latin typeface="Aptos"/>
              </a:defRPr>
            </a:pPr>
            <a:r>
              <a:rPr dirty="0"/>
              <a:t>Start, reset, calibration and audio controls remain. Physical compression events still come from your detector.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Local recognition: what was actually added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2169825"/>
          </a:xfrm>
          <a:prstGeom prst="rect">
            <a:avLst/>
          </a:prstGeom>
          <a:noFill/>
        </p:spPr>
        <p:txBody>
          <a:bodyPr wrap="square">
            <a:spAutoFit/>
          </a:bodyPr>
          <a:lstStyle/>
          <a:p>
            <a:pPr>
              <a:spcAft>
                <a:spcPts val="1200"/>
              </a:spcAft>
              <a:defRPr sz="2300" b="0">
                <a:solidFill>
                  <a:srgbClr val="132E48"/>
                </a:solidFill>
                <a:latin typeface="Aptos"/>
              </a:defRPr>
            </a:pPr>
            <a:r>
              <a:rPr dirty="0">
                <a:solidFill>
                  <a:srgbClr val="FF0000"/>
                </a:solidFill>
              </a:rPr>
              <a:t>Quest microphone → Denis’s existing WAV capture → uni_api_client.gd local ASR route.</a:t>
            </a:r>
          </a:p>
          <a:p>
            <a:pPr>
              <a:spcAft>
                <a:spcPts val="1200"/>
              </a:spcAft>
              <a:defRPr sz="2300" b="0">
                <a:solidFill>
                  <a:srgbClr val="132E48"/>
                </a:solidFill>
                <a:latin typeface="Aptos"/>
              </a:defRPr>
            </a:pPr>
            <a:r>
              <a:rPr dirty="0">
                <a:solidFill>
                  <a:srgbClr val="FF0000"/>
                </a:solidFill>
              </a:rPr>
              <a:t>USB forwarding sends localhost:8767/inference to the PC’s whisper.cpp server in Ubuntu/WSL. It runs the medium model on the PC.</a:t>
            </a:r>
          </a:p>
          <a:p>
            <a:pPr>
              <a:spcAft>
                <a:spcPts val="1200"/>
              </a:spcAft>
              <a:defRPr sz="2300" b="0">
                <a:solidFill>
                  <a:srgbClr val="132E48"/>
                </a:solidFill>
                <a:latin typeface="Aptos"/>
              </a:defRPr>
            </a:pPr>
            <a:r>
              <a:rPr dirty="0"/>
              <a:t>Text returns to the app. Cloud LLM/TTS support remains separate. Local ASR is not bundled inside the APK.</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Recognition and interpretation are separate</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2169825"/>
          </a:xfrm>
          <a:prstGeom prst="rect">
            <a:avLst/>
          </a:prstGeom>
          <a:noFill/>
        </p:spPr>
        <p:txBody>
          <a:bodyPr wrap="square">
            <a:spAutoFit/>
          </a:bodyPr>
          <a:lstStyle/>
          <a:p>
            <a:pPr>
              <a:spcAft>
                <a:spcPts val="1200"/>
              </a:spcAft>
              <a:defRPr sz="2300" b="0">
                <a:solidFill>
                  <a:srgbClr val="132E48"/>
                </a:solidFill>
                <a:latin typeface="Aptos"/>
              </a:defRPr>
            </a:pPr>
            <a:r>
              <a:rPr dirty="0"/>
              <a:t>ASR answers: “</a:t>
            </a:r>
            <a:r>
              <a:rPr dirty="0">
                <a:solidFill>
                  <a:srgbClr val="FF0000"/>
                </a:solidFill>
              </a:rPr>
              <a:t>What words were spoken?”</a:t>
            </a:r>
          </a:p>
          <a:p>
            <a:pPr>
              <a:spcAft>
                <a:spcPts val="1200"/>
              </a:spcAft>
              <a:defRPr sz="2300" b="0">
                <a:solidFill>
                  <a:srgbClr val="132E48"/>
                </a:solidFill>
                <a:latin typeface="Aptos"/>
              </a:defRPr>
            </a:pPr>
            <a:r>
              <a:rPr dirty="0"/>
              <a:t>The observation mapper/interpreter answers: “Was this a completed finding, a request, a question, or just conversation?”</a:t>
            </a:r>
          </a:p>
          <a:p>
            <a:pPr>
              <a:spcAft>
                <a:spcPts val="1200"/>
              </a:spcAft>
              <a:defRPr sz="2300" b="0">
                <a:solidFill>
                  <a:srgbClr val="132E48"/>
                </a:solidFill>
                <a:latin typeface="Aptos"/>
              </a:defRPr>
            </a:pPr>
            <a:r>
              <a:rPr dirty="0"/>
              <a:t>CCBM evaluates the observation history; Denis’s scenario guard checks the resulting action. Saying “I gave a breath” remains a reported action, not a sensor measurement.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The complete current placement path</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2631490"/>
          </a:xfrm>
          <a:prstGeom prst="rect">
            <a:avLst/>
          </a:prstGeom>
          <a:noFill/>
        </p:spPr>
        <p:txBody>
          <a:bodyPr wrap="square">
            <a:spAutoFit/>
          </a:bodyPr>
          <a:lstStyle/>
          <a:p>
            <a:pPr>
              <a:spcAft>
                <a:spcPts val="1200"/>
              </a:spcAft>
              <a:defRPr sz="2500" b="0">
                <a:solidFill>
                  <a:srgbClr val="132E48"/>
                </a:solidFill>
                <a:latin typeface="Aptos"/>
              </a:defRPr>
            </a:pPr>
            <a:r>
              <a:rPr dirty="0">
                <a:solidFill>
                  <a:srgbClr val="FF0000"/>
                </a:solidFill>
              </a:rPr>
              <a:t>Camera </a:t>
            </a:r>
            <a:r>
              <a:rPr dirty="0" err="1">
                <a:solidFill>
                  <a:srgbClr val="FF0000"/>
                </a:solidFill>
              </a:rPr>
              <a:t>colour</a:t>
            </a:r>
            <a:r>
              <a:rPr dirty="0">
                <a:solidFill>
                  <a:srgbClr val="FF0000"/>
                </a:solidFill>
              </a:rPr>
              <a:t> conversion </a:t>
            </a:r>
            <a:r>
              <a:rPr dirty="0"/>
              <a:t>→ Paul’s detector → capture-time room pose</a:t>
            </a:r>
          </a:p>
          <a:p>
            <a:pPr>
              <a:spcAft>
                <a:spcPts val="1200"/>
              </a:spcAft>
              <a:defRPr sz="2500" b="0">
                <a:solidFill>
                  <a:srgbClr val="132E48"/>
                </a:solidFill>
                <a:latin typeface="Aptos"/>
              </a:defRPr>
            </a:pPr>
            <a:r>
              <a:rPr dirty="0"/>
              <a:t>→ marker_layout.gd: each marker reconstructs the same anchor</a:t>
            </a:r>
          </a:p>
          <a:p>
            <a:pPr>
              <a:spcAft>
                <a:spcPts val="1200"/>
              </a:spcAft>
              <a:defRPr sz="2500" b="0">
                <a:solidFill>
                  <a:srgbClr val="132E48"/>
                </a:solidFill>
                <a:latin typeface="Aptos"/>
              </a:defRPr>
            </a:pPr>
            <a:r>
              <a:rPr dirty="0"/>
              <a:t>→ startup_placement.gd: robust initial reference</a:t>
            </a:r>
          </a:p>
          <a:p>
            <a:pPr>
              <a:spcAft>
                <a:spcPts val="1200"/>
              </a:spcAft>
              <a:defRPr sz="2500" b="0">
                <a:solidFill>
                  <a:srgbClr val="132E48"/>
                </a:solidFill>
                <a:latin typeface="Aptos"/>
              </a:defRPr>
            </a:pPr>
            <a:r>
              <a:rPr dirty="0"/>
              <a:t>→ viewer_motion_gate.gd → original simple_pose_stabilizer.gd</a:t>
            </a:r>
          </a:p>
          <a:p>
            <a:pPr>
              <a:spcAft>
                <a:spcPts val="1200"/>
              </a:spcAft>
              <a:defRPr sz="2500" b="0">
                <a:solidFill>
                  <a:srgbClr val="132E48"/>
                </a:solidFill>
                <a:latin typeface="Aptos"/>
              </a:defRPr>
            </a:pPr>
            <a:r>
              <a:rPr dirty="0"/>
              <a:t>→ spatial_anchor.gd: saved alignment → Denis’s patient model</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553998"/>
          </a:xfrm>
          <a:prstGeom prst="rect">
            <a:avLst/>
          </a:prstGeom>
          <a:noFill/>
        </p:spPr>
        <p:txBody>
          <a:bodyPr wrap="square">
            <a:spAutoFit/>
          </a:bodyPr>
          <a:lstStyle/>
          <a:p>
            <a:pPr>
              <a:spcAft>
                <a:spcPts val="1200"/>
              </a:spcAft>
              <a:defRPr sz="3000" b="1">
                <a:solidFill>
                  <a:srgbClr val="132E48"/>
                </a:solidFill>
                <a:latin typeface="Aptos"/>
              </a:defRPr>
            </a:pPr>
            <a:r>
              <a:rPr dirty="0"/>
              <a:t>Tr</a:t>
            </a:r>
            <a:r>
              <a:rPr dirty="0">
                <a:solidFill>
                  <a:srgbClr val="FF0000"/>
                </a:solidFill>
              </a:rPr>
              <a:t>ansparency</a:t>
            </a:r>
            <a:r>
              <a:rPr dirty="0"/>
              <a:t> is implemented in a shader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rPr dirty="0"/>
              <a:t>mannequin_controller.gd installs </a:t>
            </a:r>
            <a:r>
              <a:rPr dirty="0" err="1"/>
              <a:t>patient_overlay.gdshader</a:t>
            </a:r>
            <a:r>
              <a:rPr dirty="0"/>
              <a:t> on the patient materials.</a:t>
            </a:r>
          </a:p>
          <a:p>
            <a:pPr>
              <a:spcAft>
                <a:spcPts val="1200"/>
              </a:spcAft>
              <a:defRPr sz="2300" b="0">
                <a:solidFill>
                  <a:srgbClr val="132E48"/>
                </a:solidFill>
                <a:latin typeface="Aptos"/>
              </a:defRPr>
            </a:pPr>
            <a:r>
              <a:rPr dirty="0"/>
              <a:t>A 4 × 4 pixel pattern discards a fraction of body pixels. Remaining pixels keep normal opaque depth; this avoids showing multiple transparent layers through each other.</a:t>
            </a:r>
          </a:p>
          <a:p>
            <a:pPr>
              <a:spcAft>
                <a:spcPts val="1200"/>
              </a:spcAft>
              <a:defRPr sz="2300" b="0">
                <a:solidFill>
                  <a:srgbClr val="132E48"/>
                </a:solidFill>
                <a:latin typeface="Aptos"/>
              </a:defRPr>
            </a:pPr>
            <a:r>
              <a:rPr dirty="0"/>
              <a:t>The head region stays solid to avoid teeth/eyeballs showing through facial skin. The UI converts transparency to opacity: opacity = 1 − transparency / 100.</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553998"/>
          </a:xfrm>
          <a:prstGeom prst="rect">
            <a:avLst/>
          </a:prstGeom>
          <a:noFill/>
        </p:spPr>
        <p:txBody>
          <a:bodyPr wrap="square">
            <a:spAutoFit/>
          </a:bodyPr>
          <a:lstStyle/>
          <a:p>
            <a:pPr>
              <a:spcAft>
                <a:spcPts val="1200"/>
              </a:spcAft>
              <a:defRPr sz="3000" b="1">
                <a:solidFill>
                  <a:srgbClr val="132E48"/>
                </a:solidFill>
                <a:latin typeface="Aptos"/>
              </a:defRPr>
            </a:pPr>
            <a:r>
              <a:rPr dirty="0"/>
              <a:t>Alignment</a:t>
            </a:r>
            <a:r>
              <a:rPr dirty="0">
                <a:solidFill>
                  <a:srgbClr val="FF0000"/>
                </a:solidFill>
              </a:rPr>
              <a:t>, floor lock </a:t>
            </a:r>
            <a:r>
              <a:rPr dirty="0"/>
              <a:t>and fitting are three different things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815790"/>
            <a:ext cx="10972800" cy="800219"/>
          </a:xfrm>
          <a:prstGeom prst="rect">
            <a:avLst/>
          </a:prstGeom>
          <a:noFill/>
        </p:spPr>
        <p:txBody>
          <a:bodyPr wrap="square">
            <a:spAutoFit/>
          </a:bodyPr>
          <a:lstStyle/>
          <a:p>
            <a:pPr>
              <a:spcAft>
                <a:spcPts val="1200"/>
              </a:spcAft>
              <a:defRPr sz="2300" b="0">
                <a:solidFill>
                  <a:srgbClr val="132E48"/>
                </a:solidFill>
                <a:latin typeface="Aptos"/>
              </a:defRPr>
            </a:pPr>
            <a:r>
              <a:rPr dirty="0"/>
              <a:t>Floor orientation: discard marker pitch/roll. Floor height/contact: separate reference-height and posed-model geometry handling. One does not guarantee the other.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PROPOSED CHANGE — NOT APPLIED BY THIS PRESENTATION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Head animation: the current values differ from Denis’s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1661993"/>
          </a:xfrm>
          <a:prstGeom prst="rect">
            <a:avLst/>
          </a:prstGeom>
          <a:noFill/>
        </p:spPr>
        <p:txBody>
          <a:bodyPr wrap="square">
            <a:spAutoFit/>
          </a:bodyPr>
          <a:lstStyle/>
          <a:p>
            <a:pPr>
              <a:spcAft>
                <a:spcPts val="1200"/>
              </a:spcAft>
              <a:defRPr sz="2300" b="0">
                <a:solidFill>
                  <a:srgbClr val="132E48"/>
                </a:solidFill>
                <a:latin typeface="Aptos"/>
              </a:defRPr>
            </a:pPr>
            <a:r>
              <a:rPr dirty="0"/>
              <a:t>Denis: neck up to 28°; head up to </a:t>
            </a:r>
            <a:r>
              <a:rPr dirty="0">
                <a:solidFill>
                  <a:srgbClr val="FF0000"/>
                </a:solidFill>
              </a:rPr>
              <a:t>20°. Current merged code: 10° + 10°. </a:t>
            </a:r>
            <a:r>
              <a:rPr dirty="0"/>
              <a:t>The reduction was a prototype choice, not evidence that Denis’s animation was wrong.</a:t>
            </a:r>
          </a:p>
          <a:p>
            <a:pPr>
              <a:spcAft>
                <a:spcPts val="1200"/>
              </a:spcAft>
              <a:defRPr sz="2300" b="0">
                <a:solidFill>
                  <a:srgbClr val="132E48"/>
                </a:solidFill>
                <a:latin typeface="Aptos"/>
              </a:defRPr>
            </a:pPr>
            <a:r>
              <a:rPr dirty="0"/>
              <a:t>Recommendation: restore 28°/20° after checking the rig’s direction, while keeping the deliberate two-hand gesture trigger.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1. Composition and ownership — scripts/main.gd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rPr dirty="0"/>
              <a:t>Audio recording and playback mute the CPR metronome. English confirmations, recognized-text display, service status messages, controller nudging, save actions, witness positioning and accessible training controls are connected here. Virtual room/floor and colored hand meshes are not installed in the XR flow.</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2. Scenario — scripts/scenario/scenario_controller.gd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Before: deterministic assessment/call/CPR/AED/recovery states, counts and allowed-action guards. Buttons could submit training actions.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2. Scenario — scripts/scenario/scenario_controller.gd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Now: adds two policy switches. Witness-only mode rejects AED actions and bystander-generated treatment events. Observation-driven mode hides routine clinical progression buttons through get_interface_actions() while retaining setup/reset controls. The original scenario guard still validates actions after CCBM acceptance. Logging accepts CCBM probability and spoken-report metadata. The summary identifies the focused exercise as cpr_single_witness_practice.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2. Scenario — scripts/scenario/scenario_controller.gd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AED enums and implementation remain for the broader scenario; they are excluded in the selected mode. This is a focused CPR exercise, not Denis's full original AED simulation. Speech confirms reported findings, not physical technique. Physical compressions remain detector events.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scripts/scenario/bystander_director.gd — unchanged upstream implementation</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Denis's original two-witness director remains in the repository. The current app instantiates a subclass instead, so presence of this file does not mean Marek or automated bystander compressions are active.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scripts/scenario/single_witness_director.gd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Overrides state/event handling: Anna arrives, urges action after waiting and responds to accepted responsiveness assessment. Stroke and intent callbacks do nothing. It never supplies compressions or fetches an AED. It deliberately reuses the original director's timing/audio infrastructure.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scripts/ai/llm_orchestrator.gd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English fallback replies, English model prompting/response validation and a single_witness policy. In that mode, AED-fetch replies are suppressed and the prompt forbids another helper or witness-performed CPR. Its queue and dialogue-only separation are retained. Generated replies do not advance the scenario. Calm/thank replies update Anna's emotion, not proof of a learner action.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scripts/ai/llm_orchestrator.gd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a cloud reply and a prerecorded fallback are different paths. Arbitrary conversation requires the configured LLM; local ASR alone does not provide open-ended dialogue. Legacy AED response dictionaries remain but are filtered in the active mode.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29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scripts/ai/audio_manager.gd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English is accepted throughout recording/playback. An empty capture buffer now returns zero level instead of retaining a stale loud value; this prevents a silence timer from being continually reset by old samples. Recording does not restart an already-playing microphone stream. An unscripted missing clip does not substitute an unrelated Anna calming line. Original microphone capture, voice activation, playback queue and prepared-clip support remain.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scripts/api/uni_api_client.gd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optional local ASR at http://127.0.0.1:8767/inference, a separate request with a 30-second timeout, no cloud credentials, no redirects and English transcription support. Denis's cloud completion/TTS/authentication framework remains. The local route is a USB-forwarded development deployment, not an independent speech recognizer running inside the Quest.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scripts/scenario/spoken_observation.gd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Normalizes speech and maps bounded statements/requests to structural action codes. Supports selected multi-sentence forms around a finding; does not mean every wording or pace is accepted. Speech cannot create a compression stroke.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scripts/scenario/speech_confirmation.gd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English-only pending proposals last 30 seconds and are bound to the current scenario context. Yes/no applies only to an explicit pending proposal. A small list handles observed transcription mistakes and tentative statements. It is not a general fuzzy-match acceptance engine.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scripts/ai/observation_interpreter.gd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For speech not handled by bounded matching, asks the configured LLM for an action, kind, result and verbatim supporting evidence. Validates the schema, evidence substring and expected result. Questions, intentions, ambiguous or contradictory statements cannot silently become completed treatment actions. Conversation is sent onward to Anna's dialogue system.</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scripts/ai/observation_interpreter.gd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findings: the interpreter has one in-flight request; speech arriving while busy gets clarification, not a queued interpretation. Without a configured LLM, unfamiliar wording receives clarification. English confirmation behavior is not mirrored completely in German/Polish. Recognition at different speaking rates and interruption during playback still needs recorded headset validation.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scripts/scenario/ccbm_bridge.gd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Sends structural observation history to an external worker. Requires a response identifying engine ccbm, the requested action and a finite probability at least 0.90. Then checks the action is still allowed by Denis's scenario. One request is allowed at a time; history is limited to 256 observations. Reset invalidates old responses. It records compression onset from accepted tracked strokes rather than sending every stroke over HTTP. Reported ventilation is still a spoken claim. Start does not require CCBM inference.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integrations/ccbm/d.pddl, p.pddl, d-observations.cpp, server.py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Added behavior model/problem/observation code and HTTP wrapper around the compiled CCBM worker on the PC/Linux runtime. The bridge is not itself the inference engine. Repeated breathing observations represent first/second breath in the model. Local speech/CCBM forwarding is configured by development tools.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integrations/ccbm/d.pddl, p.pddl, d-observations.cpp, server.py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0.90 is explicitly a prototype policy, not a threshold selected by data-driven validation. Endpoint/model availability and accepted exercise transitions must be checked during a full run. CCBM cannot prove a physical breath, correct hand position or correct airway maneuver from a spoken report.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scripts/tracking/aruco_tracker.gd — modified Denis adapter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profile loading and marker combination, used-marker evidence reporting and a switch for temporal filtering. Preserves marker size/ID configuration, tracking status and desktop preview. Chooses the migrated camera provider in the XR path. Combining markers uses the exact newest detection result, not unrelated stale poses. Unrecognized IDs are ignored by the layout.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39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scripts/tracking/user_camera_provider.gd — new adapter from original approach</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Retains CameraServer capture, background detection and capture-time head-pose world conversion. Uses the imported detector's detect_markers() when present, explicitly selects 4x4/50, passes configured physical marker sizes and retains the existing intrinsics. Identity head pose is passed to detection; the saved head transform is applied once. Old API fallback remains.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scripts/tracking/user_camera_provider.gd — new adapter from original approach</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The explicit lens compatibility correction logged as identity on the headset: the suspected inverse difference was ruled out. Diagnostic PNG saving is off. Detection timing is periodically logged. Camera latency remains a fixed 50 ms estimate; the addon's accurate CameraX timestamp path is not integrated here.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scripts/tracking/colored_camera.gdshader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Combines luminance/chroma camera textures and classifies blue to white and orange to black before detection. Full-resolution processing remains enabled for colored markers. Lighting, printing and color thresholds can still affect detection; this is not proof that all resolutions were optimized.</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scripts/tracking/colored_marker_image.gd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CPU fallback for non-GPU images, with RGB hue classification and luminance fallback handling. Unit tests cover mapping and image handling; these are not a hardware lighting benchmark.</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scripts/tracking/marker_layout.gd — added during migration</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Loads calibrated marker-to-common transforms and a common-to-sternum bridge. Each visible marker reconstructs the same anchor; translations are averaged and sign-aligned quaternions combined. Reports position spread. Optional floor orientation removes pitch/roll; it does not place the mesh bottom on the floor.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scripts/tracking/startup_placement.gd — added during migration</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Robust coordinate-median position and measured rotation medoid. Starts checking after 30 independent readings, at three-reading checkpoints, with 1.5 mm / 1-degree estimate stability; four stable comparisons permit earliest acceptance at 42 readings. A 100-reading fallback exists. Faster detection changes the wall-clock duration of observation-count rules.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scripts/tracking/viewer_motion_gate.gd — migrated original gate</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Holds during head movement using a 0.3 s head window, 0.15 m/s and 20 degrees/s, then 0.5 s settling. Five readings learn viewpoint bias within 10 cm AND 10 degrees. Small updates are held beyond 1.8 m; a 30 cm OR 25-degree change with three full-evidence detections has an override. These heuristic constants were retained, not newly proved optimal by this review. The experimental blanket partial-marker hold was removed at the user's request.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scripts/tracking/spatial_anchor.gd — modified Denis placement</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Denis's original one-marker 1.5 s settling/mean path remains for desktop. The headset uses the robust startup and viewer gate. Model offset and save/load compatibility remain. Adds floor reference/geometry handling, model orientation, opacity persistence, height preservation and explicit reposition resets.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scripts/tracking/spatial_anchor.gd — modified Denis placement</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Version 42 finally configures the original filter: window 5, position dead zone 20 mm, rotation dead zone 0.3 degrees, smoothing 1.2 s, prior 2 s; stable endpoint checks 1.5 mm / 1 degree over 3 observations and relocation floors 80 mm / 8 degrees. A separate remembered rest pose is used and stable components can re-anchor independently. Earlier statements that the script's presence meant the full original policy was active were incomplete.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scripts/tracking/marker_pose_gizmo.gd — new diagnostic</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White marker-center dot, labeled ID and 5 cm RGB axes on raw world marker poses, before patient/layout offsets. Hides after 500 ms without detection. Depth-test bypass keeps it readable through the patient. Raw gizmo jitter is intentional.</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49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scripts/tracking/openxr_setup.gd / room_layout.gd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floor-height helpers respecting active tracking spaces, reference transforms and live tracked room-anchor positions. Original XR/scene integration remains. room_anchor.gd itself is unchanged.</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scripts/tracking/openxr_setup.gd / room_layout.gd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three issues should not be conflated: marker pose alignment, mesh alignment offset, and stationary smoothing. A floor orientation constraint is also different from physical mesh-floor contact. Current gate heuristics and 50 ms camera timing can still cause viewpoint-dependent shifts. Real movement, occlusion and rest reacquisition need hardware checks without inventing offsets.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scripts/tracking/xr_interaction.gd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Denis already instantiated the upstream hand-zone/stroke detector. Changes now attach the original CPR HUD to the XR camera; use its BPM interval source rather than a separate adapter calculation; retain the original zone dimensions; enable metronome except while audio is busy; reset the 0–30 practice count for a new cycle. The standalone automatic breathing-pause scheduler stays disabled because the scenario owns the breathing events.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scripts/tracking/xr_interaction.gd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The practice display/zone appears after patient placement, but only CPR-stage strokes receive exercise credit. Adds controller trigger menu clicks while retaining hand pinch/poke input. Controllers do not generate physical CPR counts.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addons/naret_upstream/avatar/*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cpr_hand_zone.gd/.tscn, cpr_motion_session.gd, cpr_metronome.gd and the target guide originated in the user's project and were already dependencies of Denis's application. cpr_feedback_hud.gd was brought into this runtime for the original 0–30 count, pace needle, depth bar and coaching. The stabilizer script matches the original project; the important latest change is its configuration and rest-pose use in the spatial anchor.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addons/naret_upstream/avatar/*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Review: depth is hand excursion, not measured mannequin compression depth. Speech cannot add compression counts. The existing sensor modules would need real hardware/plugin connection for verified depth/recoil/ventilation data.</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scripts/mannequin/mannequin_controller.gd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optional anatomical fitting, resized mouth/forehead targets and neutral gesture landmarks. Fit dimensions default to zero; scene model scale is 0.9. Therefore the presence of fitting code does not establish a measured mannequin match. Preserve the actual physical torso dimensions when assessing fit.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scripts/mannequin/mannequin_controller.gd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body overlay materials using assets/patient_overlay.gdshader; head region stays solid to avoid seeing teeth/eyeballs through facial skin. Body opacity uses a 4x4 screen-space coverage mask instead of layered alpha blending. Pallor updates preserve material alpha. A pattern can remain visible, especially in XR.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scripts/mannequin/mannequin_controller.gd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Important exact difference: current head-tilt limits are 10 degrees neck and 10 degrees head. Denis's baseline uses 28 and 20. These values are not the same, even though earlier conversation discussed retaining Denis's angles.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scripts/tracking/head_tilt_gesture.gd — new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Two separate tracked hands: forehead palm within 6 cm, other index tip within 4.5 cm of chin; 0.35 s positioning; coordinated movement within 2 s, sustained 0.12 s; 0.25 s lost-tracking grace. Limits are provisional. It triggers animation only and does not score or confirm actual airway opening. Replaces Denis's one-palm-within-10-cm trigger.</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59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Other mannequin scripts — unchanged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AED device, breathing system, bystander controller, heart system, pupil system, ragdoll and rig animator retain upstream implementations. Whether each is active depends on composition. AED code remains inactive in the focused exercise; retained physiological displays are simulations, not sensed patient physiology.</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scripts/ai/language_manager.gd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English scenario/action lines and UI translation mapping, three-language selection and some English communication intents. Denis's DE/PL content remains. Missing UI translation keys fall back to German, so full English coverage is not guaranteed merely by selecting EN.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scripts/ui/hand_menu.gd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Larger direct training, language, microphone and voice-test controls alongside the wrist-menu infrastructure. Uses observation-driven action lists. Language and active-state feedback turn green; momentary actions flash rather than remaining selected. Some visible strings remain English regardless of language.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scripts/ui/calibration_panel.gd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Retains XYZ and Euler rotation preview through the model offset, preserves scale, and gates saving on startup placement. Removed marker geometry, scan visibility and model-scale controls. Later requests added language/start/audio/microphone controls outside scrolling, plus body transparency and floor adjustment fields. It is therefore broader than the earlier requested minimal six-field panel. Close keeps preview; Save writes it. Y controls can be disabled when floor locked. Hard-coded English messages need localization review.</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scripts/ui/info_panel.gd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next-step/example phrases and hand-compression display. Helps the learner understand expected observations instead of requiring hidden action buttons. Remaining literal English strings require DE/PL checks.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scripts/ui/dashboard.gd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Adds EN selection and localized labels, hides QCPR simulator button, uses observation-driven available UI actions and labels hand depth as an estimate. Desktop/simulation utilities remain; their presence is not headset sensor support.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scripts/ui/briefing_panel.gd — modified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Skips missing-AED feedback in witness-only mode, adapts the final advice for that scenario and routes localization through the language helper. This file changes what is displayed; it does not replace the scoring or session-log engine.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10. Feedback, EKG, QCPR and utilities retained from Denis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score_tracker.gd and session_logger.gd are unchanged upstream. The input events and scenario metadata are extended, so their output can differ even without editing the files. Full results should be checked for a no-AED, speech-report session. Numeric verified-quality scores must not imply measured chest depth.</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10. Feedback, EKG, QCPR and utilities retained from Denis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ekg_system.gd and ekg_renderer.gd are unchanged. performance_monitor.gd is unchanged. The QCPR backend, real BLE adapter, constants, packet parser, manager, simulated backend and QCPR debug panel are unchanged source; current main does not start their runtime. Native BLE availability is a separate integration task.</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Scene, addon and build changes outside scripts/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 scenes/main.tscn: selects data/user_marker_layout.cfg, supplies the default 180-degree X model orientation, and removes the AED and Marek scene instances. This is an actual scene change, not just hiding their buttons. - scenes/mannequin.tscn: sets the human model scale to 0.9. Saved model offsets can add their own transform, so the scene scale alone is not a torso measurement. - assets/patient_overlay.gdshader: new opaque-depth coverage shader with a solid head region; discussed in section 8. - addons/opencv_aruco: imported from Paul's addon-port branch, commit 729f8c0, with new packaged native libraries/API and export guard. It is a selective addon port, not replacement of Denis's whole project. Its standalone timestamped CameraX tracker is not the active camera provider. - project.godot: the OpenCV editor-plugin section was moved; comparison with this baseline does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69</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DETAILED FILE REVIEW</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Scene, addon and build changes outside scripts/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not show a new XR-reference-space policy in this file. - export_presets.cfg: installed build identifies as code 42, 0.3.40-original-stabilizer; application package remains the same so replace installation preserves user data. - English script/audio and service setup tools are additions. Service settings are runtime/device configuration, not evidence that all required servers are bundled in the APK. No credential values are included in this review.</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70</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1/14 • marek_offer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Ich bin hier. Was soll ich tun?</a:t>
            </a:r>
          </a:p>
          <a:p>
            <a:pPr>
              <a:spcAft>
                <a:spcPts val="1200"/>
              </a:spcAft>
              <a:defRPr sz="2200" b="0">
                <a:solidFill>
                  <a:srgbClr val="132E48"/>
                </a:solidFill>
                <a:latin typeface="Aptos"/>
              </a:defRPr>
            </a:pPr>
            <a:r>
              <a:t>Polish: Jestem tutaj. Co mam robić?</a:t>
            </a:r>
          </a:p>
          <a:p>
            <a:pPr>
              <a:spcAft>
                <a:spcPts val="1200"/>
              </a:spcAft>
              <a:defRPr sz="2200" b="0">
                <a:solidFill>
                  <a:srgbClr val="132E48"/>
                </a:solidFill>
                <a:latin typeface="Aptos"/>
              </a:defRPr>
            </a:pPr>
            <a:r>
              <a:t>English translation: I’m here. What should I do?</a:t>
            </a:r>
          </a:p>
          <a:p>
            <a:pPr>
              <a:spcAft>
                <a:spcPts val="1200"/>
              </a:spcAft>
              <a:defRPr sz="2200" b="0">
                <a:solidFill>
                  <a:srgbClr val="132E48"/>
                </a:solidFill>
                <a:latin typeface="Aptos"/>
              </a:defRPr>
            </a:pPr>
            <a:r>
              <a:t>When: After accepted responsiveness assessment, with a 2.5-second delay.</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73</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2/14 • marek_call</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Ich rufe die 112 an und stelle auf Lautsprecher.</a:t>
            </a:r>
          </a:p>
          <a:p>
            <a:pPr>
              <a:spcAft>
                <a:spcPts val="1200"/>
              </a:spcAft>
              <a:defRPr sz="2200" b="0">
                <a:solidFill>
                  <a:srgbClr val="132E48"/>
                </a:solidFill>
                <a:latin typeface="Aptos"/>
              </a:defRPr>
            </a:pPr>
            <a:r>
              <a:t>Polish: Dzwonię pod 112 i włączam głośnik.</a:t>
            </a:r>
          </a:p>
          <a:p>
            <a:pPr>
              <a:spcAft>
                <a:spcPts val="1200"/>
              </a:spcAft>
              <a:defRPr sz="2200" b="0">
                <a:solidFill>
                  <a:srgbClr val="132E48"/>
                </a:solidFill>
                <a:latin typeface="Aptos"/>
              </a:defRPr>
            </a:pPr>
            <a:r>
              <a:t>English translation: I’m calling 112 and putting it on speakerphone.</a:t>
            </a:r>
          </a:p>
          <a:p>
            <a:pPr>
              <a:spcAft>
                <a:spcPts val="1200"/>
              </a:spcAft>
              <a:defRPr sz="2200" b="0">
                <a:solidFill>
                  <a:srgbClr val="132E48"/>
                </a:solidFill>
                <a:latin typeface="Aptos"/>
              </a:defRPr>
            </a:pPr>
            <a:r>
              <a:t>When: Accepted emergency-call action.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3/14 • marek_dispatch</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Die Leitstelle ist dran. Sie fragen, ob er normal atmet.</a:t>
            </a:r>
          </a:p>
          <a:p>
            <a:pPr>
              <a:spcAft>
                <a:spcPts val="1200"/>
              </a:spcAft>
              <a:defRPr sz="2200" b="0">
                <a:solidFill>
                  <a:srgbClr val="132E48"/>
                </a:solidFill>
                <a:latin typeface="Aptos"/>
              </a:defRPr>
            </a:pPr>
            <a:r>
              <a:t>Polish: Dyspozytor jest na linii. Pyta, czy on normalnie oddycha.</a:t>
            </a:r>
          </a:p>
          <a:p>
            <a:pPr>
              <a:spcAft>
                <a:spcPts val="1200"/>
              </a:spcAft>
              <a:defRPr sz="2200" b="0">
                <a:solidFill>
                  <a:srgbClr val="132E48"/>
                </a:solidFill>
                <a:latin typeface="Aptos"/>
              </a:defRPr>
            </a:pPr>
            <a:r>
              <a:t>English translation: The dispatcher is on the line. They’re asking whether he is breathing normally.</a:t>
            </a:r>
          </a:p>
          <a:p>
            <a:pPr>
              <a:spcAft>
                <a:spcPts val="1200"/>
              </a:spcAft>
              <a:defRPr sz="2200" b="0">
                <a:solidFill>
                  <a:srgbClr val="132E48"/>
                </a:solidFill>
                <a:latin typeface="Aptos"/>
              </a:defRPr>
            </a:pPr>
            <a:r>
              <a:t>When: Five seconds after the emergency-call action.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4/14 • marek_prompt_call</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Soll ich den Notruf wählen?</a:t>
            </a:r>
          </a:p>
          <a:p>
            <a:pPr>
              <a:spcAft>
                <a:spcPts val="1200"/>
              </a:spcAft>
              <a:defRPr sz="2200" b="0">
                <a:solidFill>
                  <a:srgbClr val="132E48"/>
                </a:solidFill>
                <a:latin typeface="Aptos"/>
              </a:defRPr>
            </a:pPr>
            <a:r>
              <a:t>Polish: Mam zadzwonić na numer alarmowy?</a:t>
            </a:r>
          </a:p>
          <a:p>
            <a:pPr>
              <a:spcAft>
                <a:spcPts val="1200"/>
              </a:spcAft>
              <a:defRPr sz="2200" b="0">
                <a:solidFill>
                  <a:srgbClr val="132E48"/>
                </a:solidFill>
                <a:latin typeface="Aptos"/>
              </a:defRPr>
            </a:pPr>
            <a:r>
              <a:t>English translation: Should I call the emergency number?</a:t>
            </a:r>
          </a:p>
          <a:p>
            <a:pPr>
              <a:spcAft>
                <a:spcPts val="1200"/>
              </a:spcAft>
              <a:defRPr sz="2200" b="0">
                <a:solidFill>
                  <a:srgbClr val="132E48"/>
                </a:solidFill>
                <a:latin typeface="Aptos"/>
              </a:defRPr>
            </a:pPr>
            <a:r>
              <a:t>When: CALL_HELP: no call after 15 seconds.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5/14 • marek_go_aed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Ich hole den Defibrillator!</a:t>
            </a:r>
          </a:p>
          <a:p>
            <a:pPr>
              <a:spcAft>
                <a:spcPts val="1200"/>
              </a:spcAft>
              <a:defRPr sz="2200" b="0">
                <a:solidFill>
                  <a:srgbClr val="132E48"/>
                </a:solidFill>
                <a:latin typeface="Aptos"/>
              </a:defRPr>
            </a:pPr>
            <a:r>
              <a:t>Polish: Idę po defibrylator!</a:t>
            </a:r>
          </a:p>
          <a:p>
            <a:pPr>
              <a:spcAft>
                <a:spcPts val="1200"/>
              </a:spcAft>
              <a:defRPr sz="2200" b="0">
                <a:solidFill>
                  <a:srgbClr val="132E48"/>
                </a:solidFill>
                <a:latin typeface="Aptos"/>
              </a:defRPr>
            </a:pPr>
            <a:r>
              <a:t>English translation: I’ll get the defibrillator!</a:t>
            </a:r>
          </a:p>
          <a:p>
            <a:pPr>
              <a:spcAft>
                <a:spcPts val="1200"/>
              </a:spcAft>
              <a:defRPr sz="2200" b="0">
                <a:solidFill>
                  <a:srgbClr val="132E48"/>
                </a:solidFill>
                <a:latin typeface="Aptos"/>
              </a:defRPr>
            </a:pPr>
            <a:r>
              <a:t>When: Accepted AED request.</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6/14 • marek_prompt_aed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Soll ich einen Defibrillator suchen?</a:t>
            </a:r>
          </a:p>
          <a:p>
            <a:pPr>
              <a:spcAft>
                <a:spcPts val="1200"/>
              </a:spcAft>
              <a:defRPr sz="2200" b="0">
                <a:solidFill>
                  <a:srgbClr val="132E48"/>
                </a:solidFill>
                <a:latin typeface="Aptos"/>
              </a:defRPr>
            </a:pPr>
            <a:r>
              <a:t>Polish: Mam poszukać defibrylatora?</a:t>
            </a:r>
          </a:p>
          <a:p>
            <a:pPr>
              <a:spcAft>
                <a:spcPts val="1200"/>
              </a:spcAft>
              <a:defRPr sz="2200" b="0">
                <a:solidFill>
                  <a:srgbClr val="132E48"/>
                </a:solidFill>
                <a:latin typeface="Aptos"/>
              </a:defRPr>
            </a:pPr>
            <a:r>
              <a:t>English translation: Should I look for a defibrillator?</a:t>
            </a:r>
          </a:p>
          <a:p>
            <a:pPr>
              <a:spcAft>
                <a:spcPts val="1200"/>
              </a:spcAft>
              <a:defRPr sz="2200" b="0">
                <a:solidFill>
                  <a:srgbClr val="132E48"/>
                </a:solidFill>
                <a:latin typeface="Aptos"/>
              </a:defRPr>
            </a:pPr>
            <a:r>
              <a:t>When: During CPR, call made but no AED requested: more than 20 seconds since the call.</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7/14 • marek_back_aed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Hier ist der AED! Machen Sie ihn an.</a:t>
            </a:r>
          </a:p>
          <a:p>
            <a:pPr>
              <a:spcAft>
                <a:spcPts val="1200"/>
              </a:spcAft>
              <a:defRPr sz="2200" b="0">
                <a:solidFill>
                  <a:srgbClr val="132E48"/>
                </a:solidFill>
                <a:latin typeface="Aptos"/>
              </a:defRPr>
            </a:pPr>
            <a:r>
              <a:t>Polish: Tu jest AED! Proszę go włączyć.</a:t>
            </a:r>
          </a:p>
          <a:p>
            <a:pPr>
              <a:spcAft>
                <a:spcPts val="1200"/>
              </a:spcAft>
              <a:defRPr sz="2200" b="0">
                <a:solidFill>
                  <a:srgbClr val="132E48"/>
                </a:solidFill>
                <a:latin typeface="Aptos"/>
              </a:defRPr>
            </a:pPr>
            <a:r>
              <a:t>English translation: Here is the AED! Turn it on.</a:t>
            </a:r>
          </a:p>
          <a:p>
            <a:pPr>
              <a:spcAft>
                <a:spcPts val="1200"/>
              </a:spcAft>
              <a:defRPr sz="2200" b="0">
                <a:solidFill>
                  <a:srgbClr val="132E48"/>
                </a:solidFill>
                <a:latin typeface="Aptos"/>
              </a:defRPr>
            </a:pPr>
            <a:r>
              <a:t>When: Return with AED after the fetch sequence; travel affects timing.</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79</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8/14 • marek_faster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Die Leitstelle sagt: schneller drücken!</a:t>
            </a:r>
          </a:p>
          <a:p>
            <a:pPr>
              <a:spcAft>
                <a:spcPts val="1200"/>
              </a:spcAft>
              <a:defRPr sz="2200" b="0">
                <a:solidFill>
                  <a:srgbClr val="132E48"/>
                </a:solidFill>
                <a:latin typeface="Aptos"/>
              </a:defRPr>
            </a:pPr>
            <a:r>
              <a:t>Polish: Dyspozytor mówi: szybciej uciskać!</a:t>
            </a:r>
          </a:p>
          <a:p>
            <a:pPr>
              <a:spcAft>
                <a:spcPts val="1200"/>
              </a:spcAft>
              <a:defRPr sz="2200" b="0">
                <a:solidFill>
                  <a:srgbClr val="132E48"/>
                </a:solidFill>
                <a:latin typeface="Aptos"/>
              </a:defRPr>
            </a:pPr>
            <a:r>
              <a:t>English translation: The dispatcher says: press faster!</a:t>
            </a:r>
          </a:p>
          <a:p>
            <a:pPr>
              <a:spcAft>
                <a:spcPts val="1200"/>
              </a:spcAft>
              <a:defRPr sz="2200" b="0">
                <a:solidFill>
                  <a:srgbClr val="132E48"/>
                </a:solidFill>
                <a:latin typeface="Aptos"/>
              </a:defRPr>
            </a:pPr>
            <a:r>
              <a:t>When: Four consecutive rate samples below 98 BPM after warm-up; call/phone available; cooldown.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80</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9/14 • marek_slower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Etwas langsamer, sagt die Leitstelle.</a:t>
            </a:r>
          </a:p>
          <a:p>
            <a:pPr>
              <a:spcAft>
                <a:spcPts val="1200"/>
              </a:spcAft>
              <a:defRPr sz="2200" b="0">
                <a:solidFill>
                  <a:srgbClr val="132E48"/>
                </a:solidFill>
                <a:latin typeface="Aptos"/>
              </a:defRPr>
            </a:pPr>
            <a:r>
              <a:t>Polish: Trochę wolniej, mówi dyspozytor.</a:t>
            </a:r>
          </a:p>
          <a:p>
            <a:pPr>
              <a:spcAft>
                <a:spcPts val="1200"/>
              </a:spcAft>
              <a:defRPr sz="2200" b="0">
                <a:solidFill>
                  <a:srgbClr val="132E48"/>
                </a:solidFill>
                <a:latin typeface="Aptos"/>
              </a:defRPr>
            </a:pPr>
            <a:r>
              <a:t>English translation: A little slower, says the dispatcher.</a:t>
            </a:r>
          </a:p>
          <a:p>
            <a:pPr>
              <a:spcAft>
                <a:spcPts val="1200"/>
              </a:spcAft>
              <a:defRPr sz="2200" b="0">
                <a:solidFill>
                  <a:srgbClr val="132E48"/>
                </a:solidFill>
                <a:latin typeface="Aptos"/>
              </a:defRPr>
            </a:pPr>
            <a:r>
              <a:t>When: Four consecutive rate samples above 124 BPM after warm-up; call/phone available; cooldown.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10/14 • marek_position</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Die Hände in die Mitte der Brust, sagt die Leitstelle.</a:t>
            </a:r>
          </a:p>
          <a:p>
            <a:pPr>
              <a:spcAft>
                <a:spcPts val="1200"/>
              </a:spcAft>
              <a:defRPr sz="2200" b="0">
                <a:solidFill>
                  <a:srgbClr val="132E48"/>
                </a:solidFill>
                <a:latin typeface="Aptos"/>
              </a:defRPr>
            </a:pPr>
            <a:r>
              <a:t>Polish: Ręce na środek klatki piersiowej, mówi dyspozytor.</a:t>
            </a:r>
          </a:p>
          <a:p>
            <a:pPr>
              <a:spcAft>
                <a:spcPts val="1200"/>
              </a:spcAft>
              <a:defRPr sz="2200" b="0">
                <a:solidFill>
                  <a:srgbClr val="132E48"/>
                </a:solidFill>
                <a:latin typeface="Aptos"/>
              </a:defRPr>
            </a:pPr>
            <a:r>
              <a:t>English translation: Hands in the centre of the chest, says the dispatcher.</a:t>
            </a:r>
          </a:p>
          <a:p>
            <a:pPr>
              <a:spcAft>
                <a:spcPts val="1200"/>
              </a:spcAft>
              <a:defRPr sz="2200" b="0">
                <a:solidFill>
                  <a:srgbClr val="132E48"/>
                </a:solidFill>
                <a:latin typeface="Aptos"/>
              </a:defRPr>
            </a:pPr>
            <a:r>
              <a:t>When: Three consecutive off-target strokes; call/phone available; cooldown.</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11/14 • marek_resume</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Das Gerät sagt: sofort weiterdrücken!</a:t>
            </a:r>
          </a:p>
          <a:p>
            <a:pPr>
              <a:spcAft>
                <a:spcPts val="1200"/>
              </a:spcAft>
              <a:defRPr sz="2200" b="0">
                <a:solidFill>
                  <a:srgbClr val="132E48"/>
                </a:solidFill>
                <a:latin typeface="Aptos"/>
              </a:defRPr>
            </a:pPr>
            <a:r>
              <a:t>Polish: Urządzenie mówi: natychmiast uciskać dalej!</a:t>
            </a:r>
          </a:p>
          <a:p>
            <a:pPr>
              <a:spcAft>
                <a:spcPts val="1200"/>
              </a:spcAft>
              <a:defRPr sz="2200" b="0">
                <a:solidFill>
                  <a:srgbClr val="132E48"/>
                </a:solidFill>
                <a:latin typeface="Aptos"/>
              </a:defRPr>
            </a:pPr>
            <a:r>
              <a:t>English translation: The device says: resume compressions immediately!</a:t>
            </a:r>
          </a:p>
          <a:p>
            <a:pPr>
              <a:spcAft>
                <a:spcPts val="1200"/>
              </a:spcAft>
              <a:defRPr sz="2200" b="0">
                <a:solidFill>
                  <a:srgbClr val="132E48"/>
                </a:solidFill>
                <a:latin typeface="Aptos"/>
              </a:defRPr>
            </a:pPr>
            <a:r>
              <a:t>When: Post-shock inactivity longer than five seconds.</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83</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12/14 • marek_swap</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Ich kann beim Drücken übernehmen, wenn Sie nicht mehr können.</a:t>
            </a:r>
          </a:p>
          <a:p>
            <a:pPr>
              <a:spcAft>
                <a:spcPts val="1200"/>
              </a:spcAft>
              <a:defRPr sz="2200" b="0">
                <a:solidFill>
                  <a:srgbClr val="132E48"/>
                </a:solidFill>
                <a:latin typeface="Aptos"/>
              </a:defRPr>
            </a:pPr>
            <a:r>
              <a:t>Polish: Mogę zmienić przy uciskaniu, jeśli trzeba.</a:t>
            </a:r>
          </a:p>
          <a:p>
            <a:pPr>
              <a:spcAft>
                <a:spcPts val="1200"/>
              </a:spcAft>
              <a:defRPr sz="2200" b="0">
                <a:solidFill>
                  <a:srgbClr val="132E48"/>
                </a:solidFill>
                <a:latin typeface="Aptos"/>
              </a:defRPr>
            </a:pPr>
            <a:r>
              <a:t>English translation: I can take over compressions if you can’t continue.</a:t>
            </a:r>
          </a:p>
          <a:p>
            <a:pPr>
              <a:spcAft>
                <a:spcPts val="1200"/>
              </a:spcAft>
              <a:defRPr sz="2200" b="0">
                <a:solidFill>
                  <a:srgbClr val="132E48"/>
                </a:solidFill>
                <a:latin typeface="Aptos"/>
              </a:defRPr>
            </a:pPr>
            <a:r>
              <a:t>When: Analysis-due event during CPR; this line offers help rather than accepting a swap.</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84</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13/14 • marek_ems</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Der Rettungsdienst ist da.</a:t>
            </a:r>
          </a:p>
          <a:p>
            <a:pPr>
              <a:spcAft>
                <a:spcPts val="1200"/>
              </a:spcAft>
              <a:defRPr sz="2200" b="0">
                <a:solidFill>
                  <a:srgbClr val="132E48"/>
                </a:solidFill>
                <a:latin typeface="Aptos"/>
              </a:defRPr>
            </a:pPr>
            <a:r>
              <a:t>Polish: Karetka już jest.</a:t>
            </a:r>
          </a:p>
          <a:p>
            <a:pPr>
              <a:spcAft>
                <a:spcPts val="1200"/>
              </a:spcAft>
              <a:defRPr sz="2200" b="0">
                <a:solidFill>
                  <a:srgbClr val="132E48"/>
                </a:solidFill>
                <a:latin typeface="Aptos"/>
              </a:defRPr>
            </a:pPr>
            <a:r>
              <a:t>English translation: The ambulance crew is here.</a:t>
            </a:r>
          </a:p>
          <a:p>
            <a:pPr>
              <a:spcAft>
                <a:spcPts val="1200"/>
              </a:spcAft>
              <a:defRPr sz="2200" b="0">
                <a:solidFill>
                  <a:srgbClr val="132E48"/>
                </a:solidFill>
                <a:latin typeface="Aptos"/>
              </a:defRPr>
            </a:pPr>
            <a:r>
              <a:t>When: Handover, or eight seconds after simulated recovery/ROSC.</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ORIGINAL SCRIPT — INACTIVE IN CURRENT APP</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Marek 14/14 • marek_take_over</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200" b="0">
                <a:solidFill>
                  <a:srgbClr val="132E48"/>
                </a:solidFill>
                <a:latin typeface="Aptos"/>
              </a:defRPr>
            </a:pPr>
            <a:r>
              <a:t>German: Ich drücke weiter – kleben Sie die Elektroden!</a:t>
            </a:r>
          </a:p>
          <a:p>
            <a:pPr>
              <a:spcAft>
                <a:spcPts val="1200"/>
              </a:spcAft>
              <a:defRPr sz="2200" b="0">
                <a:solidFill>
                  <a:srgbClr val="132E48"/>
                </a:solidFill>
                <a:latin typeface="Aptos"/>
              </a:defRPr>
            </a:pPr>
            <a:r>
              <a:t>Polish: Ja uciskam dalej – proszę naklejać elektrody!</a:t>
            </a:r>
          </a:p>
          <a:p>
            <a:pPr>
              <a:spcAft>
                <a:spcPts val="1200"/>
              </a:spcAft>
              <a:defRPr sz="2200" b="0">
                <a:solidFill>
                  <a:srgbClr val="132E48"/>
                </a:solidFill>
                <a:latin typeface="Aptos"/>
              </a:defRPr>
            </a:pPr>
            <a:r>
              <a:t>English translation: I’ll keep doing compressions—attach the pads!</a:t>
            </a:r>
          </a:p>
          <a:p>
            <a:pPr>
              <a:spcAft>
                <a:spcPts val="1200"/>
              </a:spcAft>
              <a:defRPr sz="2200" b="0">
                <a:solidFill>
                  <a:srgbClr val="132E48"/>
                </a:solidFill>
                <a:latin typeface="Aptos"/>
              </a:defRPr>
            </a:pPr>
            <a:r>
              <a:t>When: AED handoff/helper-compression sequence.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86</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scripts/ai/audio_manager.gd  •  Changed  •  386</a:t>
            </a:r>
          </a:p>
          <a:p>
            <a:pPr>
              <a:spcAft>
                <a:spcPts val="1200"/>
              </a:spcAft>
              <a:defRPr sz="1800" b="0">
                <a:solidFill>
                  <a:srgbClr val="132E48"/>
                </a:solidFill>
                <a:latin typeface="Aptos"/>
              </a:defRPr>
            </a:pPr>
            <a:r>
              <a:t>scripts/ai/language_manager.gd  •  Changed  •  260</a:t>
            </a:r>
          </a:p>
          <a:p>
            <a:pPr>
              <a:spcAft>
                <a:spcPts val="1200"/>
              </a:spcAft>
              <a:defRPr sz="1800" b="0">
                <a:solidFill>
                  <a:srgbClr val="132E48"/>
                </a:solidFill>
                <a:latin typeface="Aptos"/>
              </a:defRPr>
            </a:pPr>
            <a:r>
              <a:t>scripts/ai/llm_orchestrator.gd  •  Changed  •  142</a:t>
            </a:r>
          </a:p>
          <a:p>
            <a:pPr>
              <a:spcAft>
                <a:spcPts val="1200"/>
              </a:spcAft>
              <a:defRPr sz="1800" b="0">
                <a:solidFill>
                  <a:srgbClr val="132E48"/>
                </a:solidFill>
                <a:latin typeface="Aptos"/>
              </a:defRPr>
            </a:pPr>
            <a:r>
              <a:t>scripts/ai/observation_interpreter.gd  •  Added  •  76</a:t>
            </a:r>
          </a:p>
          <a:p>
            <a:pPr>
              <a:spcAft>
                <a:spcPts val="1200"/>
              </a:spcAft>
              <a:defRPr sz="1800" b="0">
                <a:solidFill>
                  <a:srgbClr val="132E48"/>
                </a:solidFill>
                <a:latin typeface="Aptos"/>
              </a:defRPr>
            </a:pPr>
            <a:r>
              <a:t>scripts/api/uni_api_client.gd  •  Changed  •  219</a:t>
            </a:r>
          </a:p>
          <a:p>
            <a:pPr>
              <a:spcAft>
                <a:spcPts val="1200"/>
              </a:spcAft>
              <a:defRPr sz="1800" b="0">
                <a:solidFill>
                  <a:srgbClr val="132E48"/>
                </a:solidFill>
                <a:latin typeface="Aptos"/>
              </a:defRPr>
            </a:pPr>
            <a:r>
              <a:t>scripts/ekg/ekg_system.gd  •  Unchanged  •  71</a:t>
            </a:r>
          </a:p>
          <a:p>
            <a:pPr>
              <a:spcAft>
                <a:spcPts val="1200"/>
              </a:spcAft>
              <a:defRPr sz="1800" b="0">
                <a:solidFill>
                  <a:srgbClr val="132E48"/>
                </a:solidFill>
                <a:latin typeface="Aptos"/>
              </a:defRPr>
            </a:pPr>
            <a:r>
              <a:t>scripts/feedback/score_tracker.gd  •  Unchanged  •  59</a:t>
            </a:r>
          </a:p>
          <a:p>
            <a:pPr>
              <a:spcAft>
                <a:spcPts val="1200"/>
              </a:spcAft>
              <a:defRPr sz="1800" b="0">
                <a:solidFill>
                  <a:srgbClr val="132E48"/>
                </a:solidFill>
                <a:latin typeface="Aptos"/>
              </a:defRPr>
            </a:pPr>
            <a:r>
              <a:t>scripts/feedback/session_logger.gd  •  Unchanged  •  64</a:t>
            </a:r>
          </a:p>
          <a:p>
            <a:pPr>
              <a:spcAft>
                <a:spcPts val="1200"/>
              </a:spcAft>
              <a:defRPr sz="1800" b="0">
                <a:solidFill>
                  <a:srgbClr val="132E48"/>
                </a:solidFill>
                <a:latin typeface="Aptos"/>
              </a:defRPr>
            </a:pPr>
            <a:r>
              <a:t>scripts/main.gd  •  Changed  •  856</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scripts/mannequin/aed_device.gd  •  Unchanged  •  547</a:t>
            </a:r>
          </a:p>
          <a:p>
            <a:pPr>
              <a:spcAft>
                <a:spcPts val="1200"/>
              </a:spcAft>
              <a:defRPr sz="1800" b="0">
                <a:solidFill>
                  <a:srgbClr val="132E48"/>
                </a:solidFill>
                <a:latin typeface="Aptos"/>
              </a:defRPr>
            </a:pPr>
            <a:r>
              <a:t>scripts/mannequin/breathing_system.gd  •  Unchanged  •  44</a:t>
            </a:r>
          </a:p>
          <a:p>
            <a:pPr>
              <a:spcAft>
                <a:spcPts val="1200"/>
              </a:spcAft>
              <a:defRPr sz="1800" b="0">
                <a:solidFill>
                  <a:srgbClr val="132E48"/>
                </a:solidFill>
                <a:latin typeface="Aptos"/>
              </a:defRPr>
            </a:pPr>
            <a:r>
              <a:t>scripts/mannequin/bystander_controller.gd  •  Unchanged  •  218</a:t>
            </a:r>
          </a:p>
          <a:p>
            <a:pPr>
              <a:spcAft>
                <a:spcPts val="1200"/>
              </a:spcAft>
              <a:defRPr sz="1800" b="0">
                <a:solidFill>
                  <a:srgbClr val="132E48"/>
                </a:solidFill>
                <a:latin typeface="Aptos"/>
              </a:defRPr>
            </a:pPr>
            <a:r>
              <a:t>scripts/mannequin/heart_system.gd  •  Unchanged  •  68</a:t>
            </a:r>
          </a:p>
          <a:p>
            <a:pPr>
              <a:spcAft>
                <a:spcPts val="1200"/>
              </a:spcAft>
              <a:defRPr sz="1800" b="0">
                <a:solidFill>
                  <a:srgbClr val="132E48"/>
                </a:solidFill>
                <a:latin typeface="Aptos"/>
              </a:defRPr>
            </a:pPr>
            <a:r>
              <a:t>scripts/mannequin/mannequin_controller.gd  •  Changed  •  312</a:t>
            </a:r>
          </a:p>
          <a:p>
            <a:pPr>
              <a:spcAft>
                <a:spcPts val="1200"/>
              </a:spcAft>
              <a:defRPr sz="1800" b="0">
                <a:solidFill>
                  <a:srgbClr val="132E48"/>
                </a:solidFill>
                <a:latin typeface="Aptos"/>
              </a:defRPr>
            </a:pPr>
            <a:r>
              <a:t>scripts/mannequin/pupil_system.gd  •  Unchanged  •  23</a:t>
            </a:r>
          </a:p>
          <a:p>
            <a:pPr>
              <a:spcAft>
                <a:spcPts val="1200"/>
              </a:spcAft>
              <a:defRPr sz="1800" b="0">
                <a:solidFill>
                  <a:srgbClr val="132E48"/>
                </a:solidFill>
                <a:latin typeface="Aptos"/>
              </a:defRPr>
            </a:pPr>
            <a:r>
              <a:t>scripts/mannequin/ragdoll.gd  •  Unchanged  •  383</a:t>
            </a:r>
          </a:p>
          <a:p>
            <a:pPr>
              <a:spcAft>
                <a:spcPts val="1200"/>
              </a:spcAft>
              <a:defRPr sz="1800" b="0">
                <a:solidFill>
                  <a:srgbClr val="132E48"/>
                </a:solidFill>
                <a:latin typeface="Aptos"/>
              </a:defRPr>
            </a:pPr>
            <a:r>
              <a:t>scripts/mannequin/rig_animator.gd  •  Unchanged  •  379</a:t>
            </a:r>
          </a:p>
          <a:p>
            <a:pPr>
              <a:spcAft>
                <a:spcPts val="1200"/>
              </a:spcAft>
              <a:defRPr sz="1800" b="0">
                <a:solidFill>
                  <a:srgbClr val="132E48"/>
                </a:solidFill>
                <a:latin typeface="Aptos"/>
              </a:defRPr>
            </a:pPr>
            <a:r>
              <a:t>scripts/qcpr/qcpr_backend.gd  •  Unchanged  •  69</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88</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scripts/qcpr/qcpr_ble_real_backend.gd  •  Unchanged  •  168</a:t>
            </a:r>
          </a:p>
          <a:p>
            <a:pPr>
              <a:spcAft>
                <a:spcPts val="1200"/>
              </a:spcAft>
              <a:defRPr sz="1800" b="0">
                <a:solidFill>
                  <a:srgbClr val="132E48"/>
                </a:solidFill>
                <a:latin typeface="Aptos"/>
              </a:defRPr>
            </a:pPr>
            <a:r>
              <a:t>scripts/qcpr/qcpr_constants.gd  •  Unchanged  •  179</a:t>
            </a:r>
          </a:p>
          <a:p>
            <a:pPr>
              <a:spcAft>
                <a:spcPts val="1200"/>
              </a:spcAft>
              <a:defRPr sz="1800" b="0">
                <a:solidFill>
                  <a:srgbClr val="132E48"/>
                </a:solidFill>
                <a:latin typeface="Aptos"/>
              </a:defRPr>
            </a:pPr>
            <a:r>
              <a:t>scripts/qcpr/qcpr_manager.gd  •  Unchanged  •  195</a:t>
            </a:r>
          </a:p>
          <a:p>
            <a:pPr>
              <a:spcAft>
                <a:spcPts val="1200"/>
              </a:spcAft>
              <a:defRPr sz="1800" b="0">
                <a:solidFill>
                  <a:srgbClr val="132E48"/>
                </a:solidFill>
                <a:latin typeface="Aptos"/>
              </a:defRPr>
            </a:pPr>
            <a:r>
              <a:t>scripts/qcpr/qcpr_packet.gd  •  Unchanged  •  259</a:t>
            </a:r>
          </a:p>
          <a:p>
            <a:pPr>
              <a:spcAft>
                <a:spcPts val="1200"/>
              </a:spcAft>
              <a:defRPr sz="1800" b="0">
                <a:solidFill>
                  <a:srgbClr val="132E48"/>
                </a:solidFill>
                <a:latin typeface="Aptos"/>
              </a:defRPr>
            </a:pPr>
            <a:r>
              <a:t>scripts/qcpr/simulated_manikin_backend.gd  •  Unchanged  •  478</a:t>
            </a:r>
          </a:p>
          <a:p>
            <a:pPr>
              <a:spcAft>
                <a:spcPts val="1200"/>
              </a:spcAft>
              <a:defRPr sz="1800" b="0">
                <a:solidFill>
                  <a:srgbClr val="132E48"/>
                </a:solidFill>
                <a:latin typeface="Aptos"/>
              </a:defRPr>
            </a:pPr>
            <a:r>
              <a:t>scripts/scenario/bystander_director.gd  •  Unchanged  •  498</a:t>
            </a:r>
          </a:p>
          <a:p>
            <a:pPr>
              <a:spcAft>
                <a:spcPts val="1200"/>
              </a:spcAft>
              <a:defRPr sz="1800" b="0">
                <a:solidFill>
                  <a:srgbClr val="132E48"/>
                </a:solidFill>
                <a:latin typeface="Aptos"/>
              </a:defRPr>
            </a:pPr>
            <a:r>
              <a:t>scripts/scenario/ccbm_bridge.gd  •  Added  •  120</a:t>
            </a:r>
          </a:p>
          <a:p>
            <a:pPr>
              <a:spcAft>
                <a:spcPts val="1200"/>
              </a:spcAft>
              <a:defRPr sz="1800" b="0">
                <a:solidFill>
                  <a:srgbClr val="132E48"/>
                </a:solidFill>
                <a:latin typeface="Aptos"/>
              </a:defRPr>
            </a:pPr>
            <a:r>
              <a:t>scripts/scenario/scenario_controller.gd  •  Changed  •  371</a:t>
            </a:r>
          </a:p>
          <a:p>
            <a:pPr>
              <a:spcAft>
                <a:spcPts val="1200"/>
              </a:spcAft>
              <a:defRPr sz="1800" b="0">
                <a:solidFill>
                  <a:srgbClr val="132E48"/>
                </a:solidFill>
                <a:latin typeface="Aptos"/>
              </a:defRPr>
            </a:pPr>
            <a:r>
              <a:t>scripts/scenario/single_witness_director.gd  •  Added  •  25</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89</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scripts/scenario/speech_confirmation.gd  •  Added  •  48</a:t>
            </a:r>
          </a:p>
          <a:p>
            <a:pPr>
              <a:spcAft>
                <a:spcPts val="1200"/>
              </a:spcAft>
              <a:defRPr sz="1800" b="0">
                <a:solidFill>
                  <a:srgbClr val="132E48"/>
                </a:solidFill>
                <a:latin typeface="Aptos"/>
              </a:defRPr>
            </a:pPr>
            <a:r>
              <a:t>scripts/scenario/spoken_observation.gd  •  Added  •  70</a:t>
            </a:r>
          </a:p>
          <a:p>
            <a:pPr>
              <a:spcAft>
                <a:spcPts val="1200"/>
              </a:spcAft>
              <a:defRPr sz="1800" b="0">
                <a:solidFill>
                  <a:srgbClr val="132E48"/>
                </a:solidFill>
                <a:latin typeface="Aptos"/>
              </a:defRPr>
            </a:pPr>
            <a:r>
              <a:t>scripts/tracking/aruco_tracker.gd  •  Changed  •  207</a:t>
            </a:r>
          </a:p>
          <a:p>
            <a:pPr>
              <a:spcAft>
                <a:spcPts val="1200"/>
              </a:spcAft>
              <a:defRPr sz="1800" b="0">
                <a:solidFill>
                  <a:srgbClr val="132E48"/>
                </a:solidFill>
                <a:latin typeface="Aptos"/>
              </a:defRPr>
            </a:pPr>
            <a:r>
              <a:t>scripts/tracking/colored_camera.gdshader  •  Added  •  28</a:t>
            </a:r>
          </a:p>
          <a:p>
            <a:pPr>
              <a:spcAft>
                <a:spcPts val="1200"/>
              </a:spcAft>
              <a:defRPr sz="1800" b="0">
                <a:solidFill>
                  <a:srgbClr val="132E48"/>
                </a:solidFill>
                <a:latin typeface="Aptos"/>
              </a:defRPr>
            </a:pPr>
            <a:r>
              <a:t>scripts/tracking/colored_marker_image.gd  •  Added  •  27</a:t>
            </a:r>
          </a:p>
          <a:p>
            <a:pPr>
              <a:spcAft>
                <a:spcPts val="1200"/>
              </a:spcAft>
              <a:defRPr sz="1800" b="0">
                <a:solidFill>
                  <a:srgbClr val="132E48"/>
                </a:solidFill>
                <a:latin typeface="Aptos"/>
              </a:defRPr>
            </a:pPr>
            <a:r>
              <a:t>scripts/tracking/head_tilt_gesture.gd  •  Added  •  90</a:t>
            </a:r>
          </a:p>
          <a:p>
            <a:pPr>
              <a:spcAft>
                <a:spcPts val="1200"/>
              </a:spcAft>
              <a:defRPr sz="1800" b="0">
                <a:solidFill>
                  <a:srgbClr val="132E48"/>
                </a:solidFill>
                <a:latin typeface="Aptos"/>
              </a:defRPr>
            </a:pPr>
            <a:r>
              <a:t>scripts/tracking/marker_layout.gd  •  Added  •  104</a:t>
            </a:r>
          </a:p>
          <a:p>
            <a:pPr>
              <a:spcAft>
                <a:spcPts val="1200"/>
              </a:spcAft>
              <a:defRPr sz="1800" b="0">
                <a:solidFill>
                  <a:srgbClr val="132E48"/>
                </a:solidFill>
                <a:latin typeface="Aptos"/>
              </a:defRPr>
            </a:pPr>
            <a:r>
              <a:t>scripts/tracking/marker_pose_gizmo.gd  •  Added  •  42</a:t>
            </a:r>
          </a:p>
          <a:p>
            <a:pPr>
              <a:spcAft>
                <a:spcPts val="1200"/>
              </a:spcAft>
              <a:defRPr sz="1800" b="0">
                <a:solidFill>
                  <a:srgbClr val="132E48"/>
                </a:solidFill>
                <a:latin typeface="Aptos"/>
              </a:defRPr>
            </a:pPr>
            <a:r>
              <a:t>scripts/tracking/openxr_setup.gd  •  Changed  •  70</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90</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scripts/tracking/room_anchor.gd  •  Unchanged  •  7</a:t>
            </a:r>
          </a:p>
          <a:p>
            <a:pPr>
              <a:spcAft>
                <a:spcPts val="1200"/>
              </a:spcAft>
              <a:defRPr sz="1800" b="0">
                <a:solidFill>
                  <a:srgbClr val="132E48"/>
                </a:solidFill>
                <a:latin typeface="Aptos"/>
              </a:defRPr>
            </a:pPr>
            <a:r>
              <a:t>scripts/tracking/room_layout.gd  •  Changed  •  178</a:t>
            </a:r>
          </a:p>
          <a:p>
            <a:pPr>
              <a:spcAft>
                <a:spcPts val="1200"/>
              </a:spcAft>
              <a:defRPr sz="1800" b="0">
                <a:solidFill>
                  <a:srgbClr val="132E48"/>
                </a:solidFill>
                <a:latin typeface="Aptos"/>
              </a:defRPr>
            </a:pPr>
            <a:r>
              <a:t>scripts/tracking/spatial_anchor.gd  •  Changed  •  357</a:t>
            </a:r>
          </a:p>
          <a:p>
            <a:pPr>
              <a:spcAft>
                <a:spcPts val="1200"/>
              </a:spcAft>
              <a:defRPr sz="1800" b="0">
                <a:solidFill>
                  <a:srgbClr val="132E48"/>
                </a:solidFill>
                <a:latin typeface="Aptos"/>
              </a:defRPr>
            </a:pPr>
            <a:r>
              <a:t>scripts/tracking/startup_placement.gd  •  Added  •  99</a:t>
            </a:r>
          </a:p>
          <a:p>
            <a:pPr>
              <a:spcAft>
                <a:spcPts val="1200"/>
              </a:spcAft>
              <a:defRPr sz="1800" b="0">
                <a:solidFill>
                  <a:srgbClr val="132E48"/>
                </a:solidFill>
                <a:latin typeface="Aptos"/>
              </a:defRPr>
            </a:pPr>
            <a:r>
              <a:t>scripts/tracking/user_camera_provider.gd  •  Added  •  434</a:t>
            </a:r>
          </a:p>
          <a:p>
            <a:pPr>
              <a:spcAft>
                <a:spcPts val="1200"/>
              </a:spcAft>
              <a:defRPr sz="1800" b="0">
                <a:solidFill>
                  <a:srgbClr val="132E48"/>
                </a:solidFill>
                <a:latin typeface="Aptos"/>
              </a:defRPr>
            </a:pPr>
            <a:r>
              <a:t>scripts/tracking/viewer_motion_gate.gd  •  Added  •  156</a:t>
            </a:r>
          </a:p>
          <a:p>
            <a:pPr>
              <a:spcAft>
                <a:spcPts val="1200"/>
              </a:spcAft>
              <a:defRPr sz="1800" b="0">
                <a:solidFill>
                  <a:srgbClr val="132E48"/>
                </a:solidFill>
                <a:latin typeface="Aptos"/>
              </a:defRPr>
            </a:pPr>
            <a:r>
              <a:t>scripts/tracking/xr_interaction.gd  •  Changed  •  466</a:t>
            </a:r>
          </a:p>
          <a:p>
            <a:pPr>
              <a:spcAft>
                <a:spcPts val="1200"/>
              </a:spcAft>
              <a:defRPr sz="1800" b="0">
                <a:solidFill>
                  <a:srgbClr val="132E48"/>
                </a:solidFill>
                <a:latin typeface="Aptos"/>
              </a:defRPr>
            </a:pPr>
            <a:r>
              <a:t>scripts/ui/briefing_panel.gd  •  Changed  •  149</a:t>
            </a:r>
          </a:p>
          <a:p>
            <a:pPr>
              <a:spcAft>
                <a:spcPts val="1200"/>
              </a:spcAft>
              <a:defRPr sz="1800" b="0">
                <a:solidFill>
                  <a:srgbClr val="132E48"/>
                </a:solidFill>
                <a:latin typeface="Aptos"/>
              </a:defRPr>
            </a:pPr>
            <a:r>
              <a:t>scripts/ui/calibration_panel.gd  •  Changed  •  219</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51 FILES: 17 CHANGED • 13 ADDED • 21 UNCHANGED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Runtime file inventory</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1800" b="0">
                <a:solidFill>
                  <a:srgbClr val="132E48"/>
                </a:solidFill>
                <a:latin typeface="Aptos"/>
              </a:defRPr>
            </a:pPr>
            <a:r>
              <a:t>scripts/ui/dashboard.gd  •  Changed  •  364</a:t>
            </a:r>
          </a:p>
          <a:p>
            <a:pPr>
              <a:spcAft>
                <a:spcPts val="1200"/>
              </a:spcAft>
              <a:defRPr sz="1800" b="0">
                <a:solidFill>
                  <a:srgbClr val="132E48"/>
                </a:solidFill>
                <a:latin typeface="Aptos"/>
              </a:defRPr>
            </a:pPr>
            <a:r>
              <a:t>scripts/ui/ekg_renderer.gd  •  Unchanged  •  31</a:t>
            </a:r>
          </a:p>
          <a:p>
            <a:pPr>
              <a:spcAft>
                <a:spcPts val="1200"/>
              </a:spcAft>
              <a:defRPr sz="1800" b="0">
                <a:solidFill>
                  <a:srgbClr val="132E48"/>
                </a:solidFill>
                <a:latin typeface="Aptos"/>
              </a:defRPr>
            </a:pPr>
            <a:r>
              <a:t>scripts/ui/hand_menu.gd  •  Changed  •  773</a:t>
            </a:r>
          </a:p>
          <a:p>
            <a:pPr>
              <a:spcAft>
                <a:spcPts val="1200"/>
              </a:spcAft>
              <a:defRPr sz="1800" b="0">
                <a:solidFill>
                  <a:srgbClr val="132E48"/>
                </a:solidFill>
                <a:latin typeface="Aptos"/>
              </a:defRPr>
            </a:pPr>
            <a:r>
              <a:t>scripts/ui/info_panel.gd  •  Changed  •  111</a:t>
            </a:r>
          </a:p>
          <a:p>
            <a:pPr>
              <a:spcAft>
                <a:spcPts val="1200"/>
              </a:spcAft>
              <a:defRPr sz="1800" b="0">
                <a:solidFill>
                  <a:srgbClr val="132E48"/>
                </a:solidFill>
                <a:latin typeface="Aptos"/>
              </a:defRPr>
            </a:pPr>
            <a:r>
              <a:t>scripts/ui/qcpr_debug_panel.gd  •  Unchanged  •  217</a:t>
            </a:r>
          </a:p>
          <a:p>
            <a:pPr>
              <a:spcAft>
                <a:spcPts val="1200"/>
              </a:spcAft>
              <a:defRPr sz="1800" b="0">
                <a:solidFill>
                  <a:srgbClr val="132E48"/>
                </a:solidFill>
                <a:latin typeface="Aptos"/>
              </a:defRPr>
            </a:pPr>
            <a:r>
              <a:t>scripts/utils/performance_monitor.gd  •  Unchanged  •  34</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VALIDATION STILL REQUIRED</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What to test before calling the app finished</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Placement: stationary mannequin, head motion, marker loss, restart and recenter; verify saved nudges and floor height.</a:t>
            </a:r>
          </a:p>
          <a:p>
            <a:pPr>
              <a:spcAft>
                <a:spcPts val="1200"/>
              </a:spcAft>
              <a:defRPr sz="2300" b="0">
                <a:solidFill>
                  <a:srgbClr val="132E48"/>
                </a:solidFill>
                <a:latin typeface="Aptos"/>
              </a:defRPr>
            </a:pPr>
            <a:r>
              <a:t>Exercise: full English run with natural multi-sentence speech, interruptions, 30 compressions, two reported breaths and handover; then German/Polish.</a:t>
            </a:r>
          </a:p>
          <a:p>
            <a:pPr>
              <a:spcAft>
                <a:spcPts val="1200"/>
              </a:spcAft>
              <a:defRPr sz="2300" b="0">
                <a:solidFill>
                  <a:srgbClr val="132E48"/>
                </a:solidFill>
                <a:latin typeface="Aptos"/>
              </a:defRPr>
            </a:pPr>
            <a:r>
              <a:t>Deployment: PC/USB ASR and CCBM remain development dependencies. Connect real mannequin sensors if verified depth/recoil/ventilation are required.</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93</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0972800" cy="320040"/>
          </a:xfrm>
          <a:prstGeom prst="rect">
            <a:avLst/>
          </a:prstGeom>
          <a:noFill/>
        </p:spPr>
        <p:txBody>
          <a:bodyPr wrap="square">
            <a:spAutoFit/>
          </a:bodyPr>
          <a:lstStyle/>
          <a:p>
            <a:pPr>
              <a:spcAft>
                <a:spcPts val="1200"/>
              </a:spcAft>
              <a:defRPr sz="1200" b="1">
                <a:solidFill>
                  <a:srgbClr val="1979CE"/>
                </a:solidFill>
                <a:latin typeface="Aptos"/>
              </a:defRPr>
            </a:pPr>
            <a:r>
              <a:t>CURRENT IMPLEMENTATION</a:t>
            </a:r>
          </a:p>
        </p:txBody>
      </p:sp>
      <p:sp>
        <p:nvSpPr>
          <p:cNvPr id="3" name="TextBox 2"/>
          <p:cNvSpPr txBox="1"/>
          <p:nvPr/>
        </p:nvSpPr>
        <p:spPr>
          <a:xfrm>
            <a:off x="502920" y="777240"/>
            <a:ext cx="11155680" cy="822960"/>
          </a:xfrm>
          <a:prstGeom prst="rect">
            <a:avLst/>
          </a:prstGeom>
          <a:noFill/>
        </p:spPr>
        <p:txBody>
          <a:bodyPr wrap="square">
            <a:spAutoFit/>
          </a:bodyPr>
          <a:lstStyle/>
          <a:p>
            <a:pPr>
              <a:spcAft>
                <a:spcPts val="1200"/>
              </a:spcAft>
              <a:defRPr sz="3000" b="1">
                <a:solidFill>
                  <a:srgbClr val="132E48"/>
                </a:solidFill>
                <a:latin typeface="Aptos"/>
              </a:defRPr>
            </a:pPr>
            <a:r>
              <a:t>Sources and scope of this review</a:t>
            </a:r>
          </a:p>
        </p:txBody>
      </p:sp>
      <p:sp>
        <p:nvSpPr>
          <p:cNvPr id="4" name="Rectangle 3"/>
          <p:cNvSpPr/>
          <p:nvPr/>
        </p:nvSpPr>
        <p:spPr>
          <a:xfrm>
            <a:off x="502920" y="1645920"/>
            <a:ext cx="11155680" cy="32004"/>
          </a:xfrm>
          <a:prstGeom prst="rect">
            <a:avLst/>
          </a:prstGeom>
          <a:solidFill>
            <a:srgbClr val="24A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938528"/>
            <a:ext cx="10972800" cy="4434840"/>
          </a:xfrm>
          <a:prstGeom prst="rect">
            <a:avLst/>
          </a:prstGeom>
          <a:noFill/>
        </p:spPr>
        <p:txBody>
          <a:bodyPr wrap="square">
            <a:spAutoFit/>
          </a:bodyPr>
          <a:lstStyle/>
          <a:p>
            <a:pPr>
              <a:spcAft>
                <a:spcPts val="1200"/>
              </a:spcAft>
              <a:defRPr sz="2300" b="0">
                <a:solidFill>
                  <a:srgbClr val="132E48"/>
                </a:solidFill>
                <a:latin typeface="Aptos"/>
              </a:defRPr>
            </a:pPr>
            <a:r>
              <a:t>Denis baseline: NaReT-Nachbarsprache-wird-reanimiert/naret-xr-app, commit 9d880a1 (28 September 2026).</a:t>
            </a:r>
          </a:p>
          <a:p>
            <a:pPr>
              <a:spcAft>
                <a:spcPts val="1200"/>
              </a:spcAft>
              <a:defRPr sz="2300" b="0">
                <a:solidFill>
                  <a:srgbClr val="132E48"/>
                </a:solidFill>
                <a:latin typeface="Aptos"/>
              </a:defRPr>
            </a:pPr>
            <a:r>
              <a:t>Current: local working tree, installed version 42 / 0.3.40-original-stabilizer. Paul addon: 729f8c0.</a:t>
            </a:r>
          </a:p>
          <a:p>
            <a:pPr>
              <a:spcAft>
                <a:spcPts val="1200"/>
              </a:spcAft>
              <a:defRPr sz="2300" b="0">
                <a:solidFill>
                  <a:srgbClr val="132E48"/>
                </a:solidFill>
                <a:latin typeface="Aptos"/>
              </a:defRPr>
            </a:pPr>
            <a:r>
              <a:t>Full source audit: DENIS_FINAL_APP_REVIEW.md. Reported validation: 24 application suites passed with the blocked Windows native detector excluded. Hardware behavior still needs the checks listed here.</a:t>
            </a:r>
          </a:p>
        </p:txBody>
      </p:sp>
      <p:sp>
        <p:nvSpPr>
          <p:cNvPr id="6" name="TextBox 5"/>
          <p:cNvSpPr txBox="1"/>
          <p:nvPr/>
        </p:nvSpPr>
        <p:spPr>
          <a:xfrm>
            <a:off x="502920" y="6519672"/>
            <a:ext cx="10058400" cy="182880"/>
          </a:xfrm>
          <a:prstGeom prst="rect">
            <a:avLst/>
          </a:prstGeom>
          <a:noFill/>
        </p:spPr>
        <p:txBody>
          <a:bodyPr wrap="square">
            <a:spAutoFit/>
          </a:bodyPr>
          <a:lstStyle/>
          <a:p>
            <a:pPr>
              <a:spcAft>
                <a:spcPts val="1200"/>
              </a:spcAft>
              <a:defRPr sz="1000" b="0">
                <a:solidFill>
                  <a:srgbClr val="547089"/>
                </a:solidFill>
                <a:latin typeface="Aptos"/>
              </a:defRPr>
            </a:pPr>
            <a:r>
              <a:t>NaReT review • 8 October 2026 • Baseline 9d880a1 / current working tree</a:t>
            </a:r>
          </a:p>
        </p:txBody>
      </p:sp>
      <p:sp>
        <p:nvSpPr>
          <p:cNvPr id="7" name="TextBox 6"/>
          <p:cNvSpPr txBox="1"/>
          <p:nvPr/>
        </p:nvSpPr>
        <p:spPr>
          <a:xfrm>
            <a:off x="10972800" y="6492240"/>
            <a:ext cx="640080" cy="228600"/>
          </a:xfrm>
          <a:prstGeom prst="rect">
            <a:avLst/>
          </a:prstGeom>
          <a:noFill/>
        </p:spPr>
        <p:txBody>
          <a:bodyPr wrap="square">
            <a:spAutoFit/>
          </a:bodyPr>
          <a:lstStyle/>
          <a:p>
            <a:pPr>
              <a:spcAft>
                <a:spcPts val="1200"/>
              </a:spcAft>
              <a:defRPr sz="1100" b="0">
                <a:solidFill>
                  <a:srgbClr val="547089"/>
                </a:solidFill>
                <a:latin typeface="Aptos"/>
              </a:defRPr>
            </a:pPr>
            <a:r>
              <a:t>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22606</Words>
  <Application>Microsoft Office PowerPoint</Application>
  <PresentationFormat>Widescreen</PresentationFormat>
  <Paragraphs>1626</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Ardra Bauldwin</cp:lastModifiedBy>
  <cp:revision>2</cp:revision>
  <dcterms:created xsi:type="dcterms:W3CDTF">2013-01-27T09:14:16Z</dcterms:created>
  <dcterms:modified xsi:type="dcterms:W3CDTF">2026-10-08T14:52:04Z</dcterms:modified>
  <cp:category/>
</cp:coreProperties>
</file>